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31"/>
  </p:notesMasterIdLst>
  <p:handoutMasterIdLst>
    <p:handoutMasterId r:id="rId32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1E42"/>
    <a:srgbClr val="C50F3C"/>
    <a:srgbClr val="971B2F"/>
    <a:srgbClr val="0431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75" autoAdjust="0"/>
    <p:restoredTop sz="94163" autoAdjust="0"/>
  </p:normalViewPr>
  <p:slideViewPr>
    <p:cSldViewPr snapToGrid="0" showGuides="1">
      <p:cViewPr varScale="1">
        <p:scale>
          <a:sx n="116" d="100"/>
          <a:sy n="116" d="100"/>
        </p:scale>
        <p:origin x="307" y="110"/>
      </p:cViewPr>
      <p:guideLst/>
    </p:cSldViewPr>
  </p:slideViewPr>
  <p:outlineViewPr>
    <p:cViewPr>
      <p:scale>
        <a:sx n="33" d="100"/>
        <a:sy n="33" d="100"/>
      </p:scale>
      <p:origin x="0" y="-2784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2C9555C-46DE-4406-8ABE-45349F5208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F3B590-57A4-4D61-9607-3C2EA36AB1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CE87A-16FF-4C7D-8292-0CB980715C8B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DC5A1-1CCC-484A-AB24-DCA2F05D59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041CFA-48F6-4759-86C7-790FC637E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F6222-CCA6-4FA7-88E0-B7BAE53645A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18328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CA62E-2216-4960-A875-4D2633F4A404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F93703-73BA-47D5-8B02-C172375928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31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Titelfolie. Phase 3 des DSR-Prozesses nach Peffers et al. (2007): Design &amp; Development. Platzhalter: Peffers-Diagramm mit markierter Phase 3. Ich übersetze die Probleme in begründete Designprinzipien — präsentiert als vier problemgetriebene Design-Iterationen; Anshul zeigt dieselben Iterationen aus der Demonstrations-Sicht.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Mein individueller DSR-Beitrag ist das Designwissen. Nach Gregor und Hevner (2013) ein Ebene-2-Beitrag — präskriptive Designprinzipien DP1 bis DP6, in der Form nach Gregor und Jones (2007), abgeleitet in der Matrix. Gemeinsames Dach mit Anshul: Improvement bzw. Exaptation in den Kontext Nord-Korfu. Anshul demonstriert danach (Phase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Artefakt ist zweistufig: die Website (Stufe 1) und die Designprinzipien (Stufe 2 — der wissenschaftliche Kern). Mein zentrales Instrument ist die Matrix: Sie verbindet Problem, Ziel, Designprinzip, Quelle mit A/B-Typ, Umsetzung und Evaluierbarkeit, ist in beide Richtungen lesbar und erzwingt Ehrlichkeit (gebaut vs. konzipiert; Typ A nie als Typ B verkaufen).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leiten wir jedes Feature ab — erst Problem, dann Feature, in der Form nach Gregor und Jones (2007). Beispiel TP2: fehlende Anlaufstelle -&gt; Ziel "ohne Account" -&gt; DP2a, belegt durch Saldivar und Arana-Catania (2021), beide Typ A. Methodisch entstand das Design im Design Cycle (Hevner) in vier problemgetriebenen Iterationen, die ich jetzt durchgehe. Hinweis: Das ist die didaktische Konsolidierung unserer real sieben Entwicklungsiterationen (siehe DEVLOG).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1 adressiert die Sichtbarkeit. Problem TP1: die Aktionen sind nicht zentral auffindbar. Daraus DP1 — ein zentraler, strukturierter, gruppierbarer Ort. Belegt durch Simelio-Solà (2021), die über 605 Kommunen zeigen, dass unstrukturierte Information fundierte Entscheidungen verhindert, und Tsatsani (2024) für griechische Kommunen. Designentscheidung: Daten in eine Fallback-Schicht ausgelagert, damit später eine API ohne UI-Umbau anschließt.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2: SDG-Transparenz. Problem TP3 — der SDG-Beitrag und die Wirkung sind nicht sichtbar. Daraus DP3a (verständliches Dashboard) und DP3b (SMART-KPIs, Wirkung an Bürger:innen zurückspielen). Belegt durch Chokki et al. (Dashboards erhöhen Engagement, allerdings Preprint), Simonofski (2022) und Grimmelikhuijsen und Welch (2012), die Outcome-Transparenz als eigene Dimension etablieren.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3: Beteiligung und Zielgruppen. Probleme TP2 und TP4. DP2a (ohne Account) und DP2b (Engagement-Mechaniken — aber nicht rein belohnungsbasiert; Thiel 2016 warnt vor Kurzfrist-Effekten). DP4: Mehrsprachigkeit und WCAG 2.1 AA in jeder Sprachfassung — Pontus (2021) zeigt, dass lokalisierte Fassungen oft weniger barrierefrei sind. Belege: Saldivar, Yang und Wu (2025), Csontos und Heckl.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4: Tourist:innen und Community. Problem TP6 — Tourismus wird nur als Belastung gesehen. DP6 verwandelt Besucher:innen in eine Ressource (niedrigschwellige Beiträge, Storytelling), kombiniert mit der Initiative-Gruppierung aus DP1. Belegt durch Laksmi (2026) — Community-Partizipation und digitale Strategie verbessern die Nachhaltigkeit messbar — und Vegas Macias (2023) aus dem analogen Fischerdorf Marsaxlokk.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Abschluss die Architektur: bewusste Designentscheidungen ohne Wirkungsbeleg — Tech-Stack, grünes Design, und bewusst kein produktives Backend für freie Einreichungen in der Beta (Datenschutz; Future Work). Der Status quo: die Designprinzipien sind als kohärentes Set instanziiert; offene Grenzen wie die i18n-Altseiten sind selbst Designwissen. Damit übergebe ich an Anshul, der dieselben vier Iterationen aus der Demonstrations-Perspektive 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Vollständige Liste mit A/B-Klassifikation in docs/literature-review.md. Die Form der Designprinzipien folgt Gregor und Jones (2007) und Cronholm und Göbel (2018) — beide sind Teil unseres Quellenkorpus.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13" name="Grafik 3">
            <a:extLst>
              <a:ext uri="{FF2B5EF4-FFF2-40B4-BE49-F238E27FC236}">
                <a16:creationId xmlns:a16="http://schemas.microsoft.com/office/drawing/2014/main" id="{1809E430-A4A0-4F14-BD9A-92AA8E11E120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F6D4EE4-085A-459C-82C9-AF72AB235F3A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D1EFA498-5D6C-4949-A057-45EACB161715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226BEB46-8DDC-4F31-84D5-43C1D428FD87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24E98491-A86C-43A3-8589-BB48949DBB2B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17">
              <a:extLst>
                <a:ext uri="{FF2B5EF4-FFF2-40B4-BE49-F238E27FC236}">
                  <a16:creationId xmlns:a16="http://schemas.microsoft.com/office/drawing/2014/main" id="{86586E11-2F38-4E90-98CE-782A08295553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18">
              <a:extLst>
                <a:ext uri="{FF2B5EF4-FFF2-40B4-BE49-F238E27FC236}">
                  <a16:creationId xmlns:a16="http://schemas.microsoft.com/office/drawing/2014/main" id="{F67D1AD5-99F8-4263-A1A6-71A982D72E6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19">
              <a:extLst>
                <a:ext uri="{FF2B5EF4-FFF2-40B4-BE49-F238E27FC236}">
                  <a16:creationId xmlns:a16="http://schemas.microsoft.com/office/drawing/2014/main" id="{BF8B1A12-11A7-42FF-8F31-2FFE11ECE0C2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20">
              <a:extLst>
                <a:ext uri="{FF2B5EF4-FFF2-40B4-BE49-F238E27FC236}">
                  <a16:creationId xmlns:a16="http://schemas.microsoft.com/office/drawing/2014/main" id="{5BF2A515-E766-41FF-8C27-C9003567EAC7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21">
              <a:extLst>
                <a:ext uri="{FF2B5EF4-FFF2-40B4-BE49-F238E27FC236}">
                  <a16:creationId xmlns:a16="http://schemas.microsoft.com/office/drawing/2014/main" id="{7F510EBB-F96A-4861-B8B5-E1218516CEB6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22">
              <a:extLst>
                <a:ext uri="{FF2B5EF4-FFF2-40B4-BE49-F238E27FC236}">
                  <a16:creationId xmlns:a16="http://schemas.microsoft.com/office/drawing/2014/main" id="{F4C5C431-4D27-4E94-8A72-9F5026A0DB92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23">
              <a:extLst>
                <a:ext uri="{FF2B5EF4-FFF2-40B4-BE49-F238E27FC236}">
                  <a16:creationId xmlns:a16="http://schemas.microsoft.com/office/drawing/2014/main" id="{C7807AF4-2931-4060-8651-FAE57D3A1697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24">
              <a:extLst>
                <a:ext uri="{FF2B5EF4-FFF2-40B4-BE49-F238E27FC236}">
                  <a16:creationId xmlns:a16="http://schemas.microsoft.com/office/drawing/2014/main" id="{0A540DAF-3F4A-4E60-AB20-08DE835AAC1F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25">
              <a:extLst>
                <a:ext uri="{FF2B5EF4-FFF2-40B4-BE49-F238E27FC236}">
                  <a16:creationId xmlns:a16="http://schemas.microsoft.com/office/drawing/2014/main" id="{B740F740-2C9D-4EB2-B492-298181006824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26">
              <a:extLst>
                <a:ext uri="{FF2B5EF4-FFF2-40B4-BE49-F238E27FC236}">
                  <a16:creationId xmlns:a16="http://schemas.microsoft.com/office/drawing/2014/main" id="{653C23F7-BCC6-448A-B74E-783CC86F6845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27">
              <a:extLst>
                <a:ext uri="{FF2B5EF4-FFF2-40B4-BE49-F238E27FC236}">
                  <a16:creationId xmlns:a16="http://schemas.microsoft.com/office/drawing/2014/main" id="{1884E293-5900-4629-A460-9B364230A0D1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28">
              <a:extLst>
                <a:ext uri="{FF2B5EF4-FFF2-40B4-BE49-F238E27FC236}">
                  <a16:creationId xmlns:a16="http://schemas.microsoft.com/office/drawing/2014/main" id="{623F20C0-5C72-4745-BADF-2EB5DE6FD20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29">
              <a:extLst>
                <a:ext uri="{FF2B5EF4-FFF2-40B4-BE49-F238E27FC236}">
                  <a16:creationId xmlns:a16="http://schemas.microsoft.com/office/drawing/2014/main" id="{81B2BEC0-46F8-4083-986B-0DCD70E8F6DB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30">
              <a:extLst>
                <a:ext uri="{FF2B5EF4-FFF2-40B4-BE49-F238E27FC236}">
                  <a16:creationId xmlns:a16="http://schemas.microsoft.com/office/drawing/2014/main" id="{A81ACECC-FB3B-4FA3-9E6E-79B4642A0158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31">
              <a:extLst>
                <a:ext uri="{FF2B5EF4-FFF2-40B4-BE49-F238E27FC236}">
                  <a16:creationId xmlns:a16="http://schemas.microsoft.com/office/drawing/2014/main" id="{39689E31-9B66-44E7-B47F-C666C38FB7EF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32">
              <a:extLst>
                <a:ext uri="{FF2B5EF4-FFF2-40B4-BE49-F238E27FC236}">
                  <a16:creationId xmlns:a16="http://schemas.microsoft.com/office/drawing/2014/main" id="{E38D45FB-93D8-44DA-AE4F-CA723C7C76CB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33">
              <a:extLst>
                <a:ext uri="{FF2B5EF4-FFF2-40B4-BE49-F238E27FC236}">
                  <a16:creationId xmlns:a16="http://schemas.microsoft.com/office/drawing/2014/main" id="{F690CF57-2C49-4051-84D6-F1216B22B26E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34">
              <a:extLst>
                <a:ext uri="{FF2B5EF4-FFF2-40B4-BE49-F238E27FC236}">
                  <a16:creationId xmlns:a16="http://schemas.microsoft.com/office/drawing/2014/main" id="{9FC1199D-1BE6-423F-ADAC-1B7CBAF1DB91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35">
              <a:extLst>
                <a:ext uri="{FF2B5EF4-FFF2-40B4-BE49-F238E27FC236}">
                  <a16:creationId xmlns:a16="http://schemas.microsoft.com/office/drawing/2014/main" id="{E7191C5F-FC93-4748-9A11-EDA7A6612882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36">
              <a:extLst>
                <a:ext uri="{FF2B5EF4-FFF2-40B4-BE49-F238E27FC236}">
                  <a16:creationId xmlns:a16="http://schemas.microsoft.com/office/drawing/2014/main" id="{4361EF3F-FE70-4257-87A6-E598180320B3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8" name="Freihandform: Form 237">
              <a:extLst>
                <a:ext uri="{FF2B5EF4-FFF2-40B4-BE49-F238E27FC236}">
                  <a16:creationId xmlns:a16="http://schemas.microsoft.com/office/drawing/2014/main" id="{C6AB41A3-EE45-4F8B-8561-4F2BFDDA1013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9" name="Freihandform: Form 238">
              <a:extLst>
                <a:ext uri="{FF2B5EF4-FFF2-40B4-BE49-F238E27FC236}">
                  <a16:creationId xmlns:a16="http://schemas.microsoft.com/office/drawing/2014/main" id="{3FC3A2DF-C2B1-4B25-B534-F5E1D59A3F0F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0" name="Freihandform: Form 239">
              <a:extLst>
                <a:ext uri="{FF2B5EF4-FFF2-40B4-BE49-F238E27FC236}">
                  <a16:creationId xmlns:a16="http://schemas.microsoft.com/office/drawing/2014/main" id="{E566DD13-4817-4C91-96FC-CBC0466BB0D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1" name="Freihandform: Form 240">
              <a:extLst>
                <a:ext uri="{FF2B5EF4-FFF2-40B4-BE49-F238E27FC236}">
                  <a16:creationId xmlns:a16="http://schemas.microsoft.com/office/drawing/2014/main" id="{821DC2DB-ABD3-4652-A841-4D1E6F29828B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2" name="Freihandform: Form 241">
              <a:extLst>
                <a:ext uri="{FF2B5EF4-FFF2-40B4-BE49-F238E27FC236}">
                  <a16:creationId xmlns:a16="http://schemas.microsoft.com/office/drawing/2014/main" id="{2A137A4D-DCD1-498A-9B30-BA8A264D1628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3" name="Freihandform: Form 242">
              <a:extLst>
                <a:ext uri="{FF2B5EF4-FFF2-40B4-BE49-F238E27FC236}">
                  <a16:creationId xmlns:a16="http://schemas.microsoft.com/office/drawing/2014/main" id="{67736D99-481F-43E1-A439-6D53814FD4AF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4" name="Freihandform: Form 243">
              <a:extLst>
                <a:ext uri="{FF2B5EF4-FFF2-40B4-BE49-F238E27FC236}">
                  <a16:creationId xmlns:a16="http://schemas.microsoft.com/office/drawing/2014/main" id="{05A64505-32AC-4527-AEA0-AB1174EA690E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5" name="Freihandform: Form 244">
              <a:extLst>
                <a:ext uri="{FF2B5EF4-FFF2-40B4-BE49-F238E27FC236}">
                  <a16:creationId xmlns:a16="http://schemas.microsoft.com/office/drawing/2014/main" id="{C65FFDEA-1A26-4BE3-A84A-5A46C9E7B5F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6" name="Freihandform: Form 245">
              <a:extLst>
                <a:ext uri="{FF2B5EF4-FFF2-40B4-BE49-F238E27FC236}">
                  <a16:creationId xmlns:a16="http://schemas.microsoft.com/office/drawing/2014/main" id="{CFC9BF65-D528-4810-BC56-4CD8988DC0C8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7" name="Freihandform: Form 246">
              <a:extLst>
                <a:ext uri="{FF2B5EF4-FFF2-40B4-BE49-F238E27FC236}">
                  <a16:creationId xmlns:a16="http://schemas.microsoft.com/office/drawing/2014/main" id="{BB62778A-CBC0-461E-B274-DB517F0546E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8" name="Freihandform: Form 247">
              <a:extLst>
                <a:ext uri="{FF2B5EF4-FFF2-40B4-BE49-F238E27FC236}">
                  <a16:creationId xmlns:a16="http://schemas.microsoft.com/office/drawing/2014/main" id="{337ABDD6-BAFD-497D-BA4B-D32E663BBB93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9" name="Freihandform: Form 248">
              <a:extLst>
                <a:ext uri="{FF2B5EF4-FFF2-40B4-BE49-F238E27FC236}">
                  <a16:creationId xmlns:a16="http://schemas.microsoft.com/office/drawing/2014/main" id="{F912D02F-D665-4FC7-ACBE-AFD64A4892B2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0" name="Freihandform: Form 249">
              <a:extLst>
                <a:ext uri="{FF2B5EF4-FFF2-40B4-BE49-F238E27FC236}">
                  <a16:creationId xmlns:a16="http://schemas.microsoft.com/office/drawing/2014/main" id="{ED3D0B6C-CF30-40F6-9994-049DE2F09E77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1" name="Freihandform: Form 250">
              <a:extLst>
                <a:ext uri="{FF2B5EF4-FFF2-40B4-BE49-F238E27FC236}">
                  <a16:creationId xmlns:a16="http://schemas.microsoft.com/office/drawing/2014/main" id="{2F102745-C89E-4457-AB2E-9882F7EDF638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2" name="Freihandform: Form 251">
              <a:extLst>
                <a:ext uri="{FF2B5EF4-FFF2-40B4-BE49-F238E27FC236}">
                  <a16:creationId xmlns:a16="http://schemas.microsoft.com/office/drawing/2014/main" id="{20B8CF65-3C7E-40C9-9359-73514BB8968F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3" name="Freihandform: Form 252">
              <a:extLst>
                <a:ext uri="{FF2B5EF4-FFF2-40B4-BE49-F238E27FC236}">
                  <a16:creationId xmlns:a16="http://schemas.microsoft.com/office/drawing/2014/main" id="{C90F29F1-CEB1-4699-829E-DC7991CA70DB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4" name="Freihandform: Form 253">
              <a:extLst>
                <a:ext uri="{FF2B5EF4-FFF2-40B4-BE49-F238E27FC236}">
                  <a16:creationId xmlns:a16="http://schemas.microsoft.com/office/drawing/2014/main" id="{2DF19D42-3ABB-4580-B25F-F2837990BD84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5" name="Freihandform: Form 254">
              <a:extLst>
                <a:ext uri="{FF2B5EF4-FFF2-40B4-BE49-F238E27FC236}">
                  <a16:creationId xmlns:a16="http://schemas.microsoft.com/office/drawing/2014/main" id="{E5998662-7726-4AF1-B7A1-4A9F52203D3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6" name="Freihandform: Form 255">
              <a:extLst>
                <a:ext uri="{FF2B5EF4-FFF2-40B4-BE49-F238E27FC236}">
                  <a16:creationId xmlns:a16="http://schemas.microsoft.com/office/drawing/2014/main" id="{2C67B4C5-66E7-4334-907E-BD17FDCA901F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7" name="Freihandform: Form 256">
              <a:extLst>
                <a:ext uri="{FF2B5EF4-FFF2-40B4-BE49-F238E27FC236}">
                  <a16:creationId xmlns:a16="http://schemas.microsoft.com/office/drawing/2014/main" id="{D1D81AEF-2530-4F8A-A1BA-E124FBEB83E3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8" name="Freihandform: Form 257">
              <a:extLst>
                <a:ext uri="{FF2B5EF4-FFF2-40B4-BE49-F238E27FC236}">
                  <a16:creationId xmlns:a16="http://schemas.microsoft.com/office/drawing/2014/main" id="{91616AB2-66B8-4121-A36D-D023DFC7F416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9" name="Freihandform: Form 258">
              <a:extLst>
                <a:ext uri="{FF2B5EF4-FFF2-40B4-BE49-F238E27FC236}">
                  <a16:creationId xmlns:a16="http://schemas.microsoft.com/office/drawing/2014/main" id="{CF224488-73D5-498B-8A6F-E508395322D3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0" name="Freihandform: Form 259">
              <a:extLst>
                <a:ext uri="{FF2B5EF4-FFF2-40B4-BE49-F238E27FC236}">
                  <a16:creationId xmlns:a16="http://schemas.microsoft.com/office/drawing/2014/main" id="{3AE46D25-9359-4619-8055-B59B12C4E131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1" name="Freihandform: Form 260">
              <a:extLst>
                <a:ext uri="{FF2B5EF4-FFF2-40B4-BE49-F238E27FC236}">
                  <a16:creationId xmlns:a16="http://schemas.microsoft.com/office/drawing/2014/main" id="{06F838B5-38CC-47DF-BFBC-AF849845BCE1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2" name="Freihandform: Form 261">
              <a:extLst>
                <a:ext uri="{FF2B5EF4-FFF2-40B4-BE49-F238E27FC236}">
                  <a16:creationId xmlns:a16="http://schemas.microsoft.com/office/drawing/2014/main" id="{EFD7FED8-140E-49CE-846B-FEC793083645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3" name="Freihandform: Form 262">
              <a:extLst>
                <a:ext uri="{FF2B5EF4-FFF2-40B4-BE49-F238E27FC236}">
                  <a16:creationId xmlns:a16="http://schemas.microsoft.com/office/drawing/2014/main" id="{A901D558-23E5-4464-8A3C-15F371E6872B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4" name="Freihandform: Form 263">
              <a:extLst>
                <a:ext uri="{FF2B5EF4-FFF2-40B4-BE49-F238E27FC236}">
                  <a16:creationId xmlns:a16="http://schemas.microsoft.com/office/drawing/2014/main" id="{1707B2C4-8F71-403B-9E15-A9883B7C2A1C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5" name="Freihandform: Form 264">
              <a:extLst>
                <a:ext uri="{FF2B5EF4-FFF2-40B4-BE49-F238E27FC236}">
                  <a16:creationId xmlns:a16="http://schemas.microsoft.com/office/drawing/2014/main" id="{3A870182-1564-41CE-9E37-9ABD1DE9A6E3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6" name="Freihandform: Form 265">
              <a:extLst>
                <a:ext uri="{FF2B5EF4-FFF2-40B4-BE49-F238E27FC236}">
                  <a16:creationId xmlns:a16="http://schemas.microsoft.com/office/drawing/2014/main" id="{59DBD287-68CC-4F3F-90AB-A995B27E5A9B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7" name="Freihandform: Form 266">
              <a:extLst>
                <a:ext uri="{FF2B5EF4-FFF2-40B4-BE49-F238E27FC236}">
                  <a16:creationId xmlns:a16="http://schemas.microsoft.com/office/drawing/2014/main" id="{B6287DF6-CA02-4DE1-AD71-4BF62EBE6396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8" name="Freihandform: Form 267">
              <a:extLst>
                <a:ext uri="{FF2B5EF4-FFF2-40B4-BE49-F238E27FC236}">
                  <a16:creationId xmlns:a16="http://schemas.microsoft.com/office/drawing/2014/main" id="{A455995B-FF19-4248-94F5-EA453F5182BC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9" name="Freihandform: Form 268">
              <a:extLst>
                <a:ext uri="{FF2B5EF4-FFF2-40B4-BE49-F238E27FC236}">
                  <a16:creationId xmlns:a16="http://schemas.microsoft.com/office/drawing/2014/main" id="{2A24E77D-343F-423D-A124-23142B96164A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0" name="Freihandform: Form 269">
              <a:extLst>
                <a:ext uri="{FF2B5EF4-FFF2-40B4-BE49-F238E27FC236}">
                  <a16:creationId xmlns:a16="http://schemas.microsoft.com/office/drawing/2014/main" id="{83AE92AB-068D-4D77-910A-C243DEA3B7D8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1" name="Freihandform: Form 270">
              <a:extLst>
                <a:ext uri="{FF2B5EF4-FFF2-40B4-BE49-F238E27FC236}">
                  <a16:creationId xmlns:a16="http://schemas.microsoft.com/office/drawing/2014/main" id="{71B3082D-B364-404C-8EE0-64D1F1F07577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2" name="Freihandform: Form 271">
              <a:extLst>
                <a:ext uri="{FF2B5EF4-FFF2-40B4-BE49-F238E27FC236}">
                  <a16:creationId xmlns:a16="http://schemas.microsoft.com/office/drawing/2014/main" id="{91760FEA-4737-4183-8A29-75C45D9B69AB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3" name="Freihandform: Form 272">
              <a:extLst>
                <a:ext uri="{FF2B5EF4-FFF2-40B4-BE49-F238E27FC236}">
                  <a16:creationId xmlns:a16="http://schemas.microsoft.com/office/drawing/2014/main" id="{24BA7877-7B7C-4C99-A7FB-8D50CD60EB59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4" name="Freihandform: Form 273">
              <a:extLst>
                <a:ext uri="{FF2B5EF4-FFF2-40B4-BE49-F238E27FC236}">
                  <a16:creationId xmlns:a16="http://schemas.microsoft.com/office/drawing/2014/main" id="{CB08555D-77C4-4E49-9021-BEE8D3903ACB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5" name="Freihandform: Form 274">
              <a:extLst>
                <a:ext uri="{FF2B5EF4-FFF2-40B4-BE49-F238E27FC236}">
                  <a16:creationId xmlns:a16="http://schemas.microsoft.com/office/drawing/2014/main" id="{B95A74DD-3BCD-4CB1-9EC7-F904CAEFCB5B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6" name="Freihandform: Form 275">
              <a:extLst>
                <a:ext uri="{FF2B5EF4-FFF2-40B4-BE49-F238E27FC236}">
                  <a16:creationId xmlns:a16="http://schemas.microsoft.com/office/drawing/2014/main" id="{B756A931-26C4-46F3-AF51-F75487DE5C6F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7" name="Freihandform: Form 276">
              <a:extLst>
                <a:ext uri="{FF2B5EF4-FFF2-40B4-BE49-F238E27FC236}">
                  <a16:creationId xmlns:a16="http://schemas.microsoft.com/office/drawing/2014/main" id="{7EE99256-843E-4966-A958-37FF836D7C17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77">
              <a:extLst>
                <a:ext uri="{FF2B5EF4-FFF2-40B4-BE49-F238E27FC236}">
                  <a16:creationId xmlns:a16="http://schemas.microsoft.com/office/drawing/2014/main" id="{C1566263-06A3-4DAE-81C0-6CD38991B895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78">
              <a:extLst>
                <a:ext uri="{FF2B5EF4-FFF2-40B4-BE49-F238E27FC236}">
                  <a16:creationId xmlns:a16="http://schemas.microsoft.com/office/drawing/2014/main" id="{C35799A7-8D8C-4526-BFD3-2B76F61338E3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79">
              <a:extLst>
                <a:ext uri="{FF2B5EF4-FFF2-40B4-BE49-F238E27FC236}">
                  <a16:creationId xmlns:a16="http://schemas.microsoft.com/office/drawing/2014/main" id="{A3C8438E-2478-4F49-9168-B8953F43F7B6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0">
              <a:extLst>
                <a:ext uri="{FF2B5EF4-FFF2-40B4-BE49-F238E27FC236}">
                  <a16:creationId xmlns:a16="http://schemas.microsoft.com/office/drawing/2014/main" id="{79FA65E8-3B49-486C-BBA8-7D5BFAF50194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1">
              <a:extLst>
                <a:ext uri="{FF2B5EF4-FFF2-40B4-BE49-F238E27FC236}">
                  <a16:creationId xmlns:a16="http://schemas.microsoft.com/office/drawing/2014/main" id="{C4A39B2C-6C0D-42F4-BC52-B3B451C480B1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2">
              <a:extLst>
                <a:ext uri="{FF2B5EF4-FFF2-40B4-BE49-F238E27FC236}">
                  <a16:creationId xmlns:a16="http://schemas.microsoft.com/office/drawing/2014/main" id="{46BB5A8F-C21E-4D01-B431-807803FB5AD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83">
              <a:extLst>
                <a:ext uri="{FF2B5EF4-FFF2-40B4-BE49-F238E27FC236}">
                  <a16:creationId xmlns:a16="http://schemas.microsoft.com/office/drawing/2014/main" id="{E2B32CBE-81D4-4157-A204-C55B0BFC36FD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84">
              <a:extLst>
                <a:ext uri="{FF2B5EF4-FFF2-40B4-BE49-F238E27FC236}">
                  <a16:creationId xmlns:a16="http://schemas.microsoft.com/office/drawing/2014/main" id="{11A2A934-6ABD-469C-A7DA-94052AA3ACD9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85">
              <a:extLst>
                <a:ext uri="{FF2B5EF4-FFF2-40B4-BE49-F238E27FC236}">
                  <a16:creationId xmlns:a16="http://schemas.microsoft.com/office/drawing/2014/main" id="{3BB1BD05-C8A4-4547-A1A7-DBF8092E1E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86">
              <a:extLst>
                <a:ext uri="{FF2B5EF4-FFF2-40B4-BE49-F238E27FC236}">
                  <a16:creationId xmlns:a16="http://schemas.microsoft.com/office/drawing/2014/main" id="{0E2A3272-C104-4611-8721-06CADC35166A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87">
              <a:extLst>
                <a:ext uri="{FF2B5EF4-FFF2-40B4-BE49-F238E27FC236}">
                  <a16:creationId xmlns:a16="http://schemas.microsoft.com/office/drawing/2014/main" id="{58991AAA-2773-4AF3-A0C0-BCBBC8236D08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9" name="Freihandform: Form 288">
              <a:extLst>
                <a:ext uri="{FF2B5EF4-FFF2-40B4-BE49-F238E27FC236}">
                  <a16:creationId xmlns:a16="http://schemas.microsoft.com/office/drawing/2014/main" id="{BE6DF724-2E49-4DC2-A0EC-8498D22EADAE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0" name="Freihandform: Form 289">
              <a:extLst>
                <a:ext uri="{FF2B5EF4-FFF2-40B4-BE49-F238E27FC236}">
                  <a16:creationId xmlns:a16="http://schemas.microsoft.com/office/drawing/2014/main" id="{6F2B2A44-D3B9-4839-8780-2523FC7C0CFA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1" name="Freihandform: Form 290">
              <a:extLst>
                <a:ext uri="{FF2B5EF4-FFF2-40B4-BE49-F238E27FC236}">
                  <a16:creationId xmlns:a16="http://schemas.microsoft.com/office/drawing/2014/main" id="{A7B61303-4423-4700-A145-E52E0AAF82EC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2" name="Freihandform: Form 291">
              <a:extLst>
                <a:ext uri="{FF2B5EF4-FFF2-40B4-BE49-F238E27FC236}">
                  <a16:creationId xmlns:a16="http://schemas.microsoft.com/office/drawing/2014/main" id="{CAA87110-575D-4D1F-A310-D946F13A5FF3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3" name="Freihandform: Form 292">
              <a:extLst>
                <a:ext uri="{FF2B5EF4-FFF2-40B4-BE49-F238E27FC236}">
                  <a16:creationId xmlns:a16="http://schemas.microsoft.com/office/drawing/2014/main" id="{284BB8DF-265D-4207-A163-D86AF4D1D7FF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4" name="Freihandform: Form 293">
              <a:extLst>
                <a:ext uri="{FF2B5EF4-FFF2-40B4-BE49-F238E27FC236}">
                  <a16:creationId xmlns:a16="http://schemas.microsoft.com/office/drawing/2014/main" id="{4DB9C8B7-8322-4B56-AFD9-905DC7EF49E5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5" name="Freihandform: Form 294">
              <a:extLst>
                <a:ext uri="{FF2B5EF4-FFF2-40B4-BE49-F238E27FC236}">
                  <a16:creationId xmlns:a16="http://schemas.microsoft.com/office/drawing/2014/main" id="{17E12F20-0FCA-412C-B4C2-F749AFFCAD6E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4" name="Grafik 3">
            <a:extLst>
              <a:ext uri="{FF2B5EF4-FFF2-40B4-BE49-F238E27FC236}">
                <a16:creationId xmlns:a16="http://schemas.microsoft.com/office/drawing/2014/main" id="{14A9A54A-8268-4FBB-8624-CA55897E9E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526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F31EF-6EA6-4A24-8992-69DC7A69151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5194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C6F78-0142-493C-81EB-3432612FA90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48A61E00-2C71-4160-8106-B46A2E72025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76005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444903-923D-4B2A-A382-CD9330EAD3F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3" name="Grafik 3">
            <a:extLst>
              <a:ext uri="{FF2B5EF4-FFF2-40B4-BE49-F238E27FC236}">
                <a16:creationId xmlns:a16="http://schemas.microsoft.com/office/drawing/2014/main" id="{FF4D5521-B071-6745-B2F3-87EA82C9635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4" name="Freihandform: Form 213">
              <a:extLst>
                <a:ext uri="{FF2B5EF4-FFF2-40B4-BE49-F238E27FC236}">
                  <a16:creationId xmlns:a16="http://schemas.microsoft.com/office/drawing/2014/main" id="{BBC0E53F-3775-A841-91AA-38C36E916E2F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4">
              <a:extLst>
                <a:ext uri="{FF2B5EF4-FFF2-40B4-BE49-F238E27FC236}">
                  <a16:creationId xmlns:a16="http://schemas.microsoft.com/office/drawing/2014/main" id="{ABBDBB9D-3FFE-8A48-9EF3-A0A275A6710B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5">
              <a:extLst>
                <a:ext uri="{FF2B5EF4-FFF2-40B4-BE49-F238E27FC236}">
                  <a16:creationId xmlns:a16="http://schemas.microsoft.com/office/drawing/2014/main" id="{3B6212E7-380B-A948-BA31-FE2173B4FCA4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6">
              <a:extLst>
                <a:ext uri="{FF2B5EF4-FFF2-40B4-BE49-F238E27FC236}">
                  <a16:creationId xmlns:a16="http://schemas.microsoft.com/office/drawing/2014/main" id="{FA8A5BEB-CB56-6D40-96B5-989006947976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7">
              <a:extLst>
                <a:ext uri="{FF2B5EF4-FFF2-40B4-BE49-F238E27FC236}">
                  <a16:creationId xmlns:a16="http://schemas.microsoft.com/office/drawing/2014/main" id="{CCD05151-9893-CC4B-A748-4DC6D4396DC8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18">
              <a:extLst>
                <a:ext uri="{FF2B5EF4-FFF2-40B4-BE49-F238E27FC236}">
                  <a16:creationId xmlns:a16="http://schemas.microsoft.com/office/drawing/2014/main" id="{1BAFAEF8-1C94-7C42-81CE-AE4E6CBFEAC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19">
              <a:extLst>
                <a:ext uri="{FF2B5EF4-FFF2-40B4-BE49-F238E27FC236}">
                  <a16:creationId xmlns:a16="http://schemas.microsoft.com/office/drawing/2014/main" id="{00515CC8-EBEB-E543-A5E2-525BDBE1C9C4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0">
              <a:extLst>
                <a:ext uri="{FF2B5EF4-FFF2-40B4-BE49-F238E27FC236}">
                  <a16:creationId xmlns:a16="http://schemas.microsoft.com/office/drawing/2014/main" id="{AEE9879A-127B-694C-A008-BDCD0D133A6B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1">
              <a:extLst>
                <a:ext uri="{FF2B5EF4-FFF2-40B4-BE49-F238E27FC236}">
                  <a16:creationId xmlns:a16="http://schemas.microsoft.com/office/drawing/2014/main" id="{01D04F60-2F45-DF4A-846C-5BA8950B70A3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2">
              <a:extLst>
                <a:ext uri="{FF2B5EF4-FFF2-40B4-BE49-F238E27FC236}">
                  <a16:creationId xmlns:a16="http://schemas.microsoft.com/office/drawing/2014/main" id="{683125DA-11AA-694D-9234-4F0C9EFD8683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3">
              <a:extLst>
                <a:ext uri="{FF2B5EF4-FFF2-40B4-BE49-F238E27FC236}">
                  <a16:creationId xmlns:a16="http://schemas.microsoft.com/office/drawing/2014/main" id="{B0535351-0DD8-D847-A81E-D438200F9F5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4">
              <a:extLst>
                <a:ext uri="{FF2B5EF4-FFF2-40B4-BE49-F238E27FC236}">
                  <a16:creationId xmlns:a16="http://schemas.microsoft.com/office/drawing/2014/main" id="{68DB16C0-1B4F-8A44-A787-1704117F6C05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5">
              <a:extLst>
                <a:ext uri="{FF2B5EF4-FFF2-40B4-BE49-F238E27FC236}">
                  <a16:creationId xmlns:a16="http://schemas.microsoft.com/office/drawing/2014/main" id="{656F1295-1E0B-5B49-B971-DBDF3083AA3A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6">
              <a:extLst>
                <a:ext uri="{FF2B5EF4-FFF2-40B4-BE49-F238E27FC236}">
                  <a16:creationId xmlns:a16="http://schemas.microsoft.com/office/drawing/2014/main" id="{A485CFF1-1C69-3E4C-B626-FEFD5E39BC3B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7">
              <a:extLst>
                <a:ext uri="{FF2B5EF4-FFF2-40B4-BE49-F238E27FC236}">
                  <a16:creationId xmlns:a16="http://schemas.microsoft.com/office/drawing/2014/main" id="{F1E90169-E8AA-A447-A1B0-429B0DBB0E6F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28">
              <a:extLst>
                <a:ext uri="{FF2B5EF4-FFF2-40B4-BE49-F238E27FC236}">
                  <a16:creationId xmlns:a16="http://schemas.microsoft.com/office/drawing/2014/main" id="{8FAEB966-F243-A346-A62E-37414532C60F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29">
              <a:extLst>
                <a:ext uri="{FF2B5EF4-FFF2-40B4-BE49-F238E27FC236}">
                  <a16:creationId xmlns:a16="http://schemas.microsoft.com/office/drawing/2014/main" id="{5E22E732-045A-8643-8330-C6DFE927D380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0">
              <a:extLst>
                <a:ext uri="{FF2B5EF4-FFF2-40B4-BE49-F238E27FC236}">
                  <a16:creationId xmlns:a16="http://schemas.microsoft.com/office/drawing/2014/main" id="{0BD6CEA8-7F66-E442-AF6E-9892F710FEB4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1">
              <a:extLst>
                <a:ext uri="{FF2B5EF4-FFF2-40B4-BE49-F238E27FC236}">
                  <a16:creationId xmlns:a16="http://schemas.microsoft.com/office/drawing/2014/main" id="{329309F8-12B5-A441-AB69-0BA8B4BF886B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2">
              <a:extLst>
                <a:ext uri="{FF2B5EF4-FFF2-40B4-BE49-F238E27FC236}">
                  <a16:creationId xmlns:a16="http://schemas.microsoft.com/office/drawing/2014/main" id="{48873B97-8E1A-8244-875E-2CF774CB313A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3">
              <a:extLst>
                <a:ext uri="{FF2B5EF4-FFF2-40B4-BE49-F238E27FC236}">
                  <a16:creationId xmlns:a16="http://schemas.microsoft.com/office/drawing/2014/main" id="{32FD167B-F8F7-6C4A-8A51-3D5D46863CFB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4">
              <a:extLst>
                <a:ext uri="{FF2B5EF4-FFF2-40B4-BE49-F238E27FC236}">
                  <a16:creationId xmlns:a16="http://schemas.microsoft.com/office/drawing/2014/main" id="{10F88329-92DE-934D-95C4-E98DA00CDDAB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5">
              <a:extLst>
                <a:ext uri="{FF2B5EF4-FFF2-40B4-BE49-F238E27FC236}">
                  <a16:creationId xmlns:a16="http://schemas.microsoft.com/office/drawing/2014/main" id="{1CC0DBBC-A5C7-264A-9CD7-4974E83F8E5F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6">
              <a:extLst>
                <a:ext uri="{FF2B5EF4-FFF2-40B4-BE49-F238E27FC236}">
                  <a16:creationId xmlns:a16="http://schemas.microsoft.com/office/drawing/2014/main" id="{EB794457-22A1-BE4C-B475-9F7A68694BE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7">
              <a:extLst>
                <a:ext uri="{FF2B5EF4-FFF2-40B4-BE49-F238E27FC236}">
                  <a16:creationId xmlns:a16="http://schemas.microsoft.com/office/drawing/2014/main" id="{B95D9230-C37B-2C4B-A3B2-A21D37E6F321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38">
              <a:extLst>
                <a:ext uri="{FF2B5EF4-FFF2-40B4-BE49-F238E27FC236}">
                  <a16:creationId xmlns:a16="http://schemas.microsoft.com/office/drawing/2014/main" id="{DE0B70AE-FCF5-0C4D-B4C8-8088E78B45FA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39">
              <a:extLst>
                <a:ext uri="{FF2B5EF4-FFF2-40B4-BE49-F238E27FC236}">
                  <a16:creationId xmlns:a16="http://schemas.microsoft.com/office/drawing/2014/main" id="{A2ECCE8A-4A84-5B4C-8422-0B55E2E066C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0">
              <a:extLst>
                <a:ext uri="{FF2B5EF4-FFF2-40B4-BE49-F238E27FC236}">
                  <a16:creationId xmlns:a16="http://schemas.microsoft.com/office/drawing/2014/main" id="{F8D9B2EC-07D7-2F47-A272-2D881486AA4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1">
              <a:extLst>
                <a:ext uri="{FF2B5EF4-FFF2-40B4-BE49-F238E27FC236}">
                  <a16:creationId xmlns:a16="http://schemas.microsoft.com/office/drawing/2014/main" id="{D5C1A5CB-FA99-E943-BF6F-5FE08E2CD5D0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2">
              <a:extLst>
                <a:ext uri="{FF2B5EF4-FFF2-40B4-BE49-F238E27FC236}">
                  <a16:creationId xmlns:a16="http://schemas.microsoft.com/office/drawing/2014/main" id="{FAC0887C-5541-FF45-9F5C-21B69C101ECA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3">
              <a:extLst>
                <a:ext uri="{FF2B5EF4-FFF2-40B4-BE49-F238E27FC236}">
                  <a16:creationId xmlns:a16="http://schemas.microsoft.com/office/drawing/2014/main" id="{CEB3EB81-D1C4-D044-AF1C-A8DEBD1A5204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4">
              <a:extLst>
                <a:ext uri="{FF2B5EF4-FFF2-40B4-BE49-F238E27FC236}">
                  <a16:creationId xmlns:a16="http://schemas.microsoft.com/office/drawing/2014/main" id="{0F085344-7F64-BC41-B7A2-F0B1CFC073C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5">
              <a:extLst>
                <a:ext uri="{FF2B5EF4-FFF2-40B4-BE49-F238E27FC236}">
                  <a16:creationId xmlns:a16="http://schemas.microsoft.com/office/drawing/2014/main" id="{E329E034-02D6-8E4E-B8DF-04E61F43DE7C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6">
              <a:extLst>
                <a:ext uri="{FF2B5EF4-FFF2-40B4-BE49-F238E27FC236}">
                  <a16:creationId xmlns:a16="http://schemas.microsoft.com/office/drawing/2014/main" id="{A32F911F-8DE3-CA4E-A53E-F107EE54ADA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7">
              <a:extLst>
                <a:ext uri="{FF2B5EF4-FFF2-40B4-BE49-F238E27FC236}">
                  <a16:creationId xmlns:a16="http://schemas.microsoft.com/office/drawing/2014/main" id="{02DEC2DE-6F39-2E43-A81F-878F069A560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48">
              <a:extLst>
                <a:ext uri="{FF2B5EF4-FFF2-40B4-BE49-F238E27FC236}">
                  <a16:creationId xmlns:a16="http://schemas.microsoft.com/office/drawing/2014/main" id="{F66429FB-ECC8-0A45-85D8-A187E3D060D9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49">
              <a:extLst>
                <a:ext uri="{FF2B5EF4-FFF2-40B4-BE49-F238E27FC236}">
                  <a16:creationId xmlns:a16="http://schemas.microsoft.com/office/drawing/2014/main" id="{E3494488-3642-EE4C-8114-D1013B394EB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50">
              <a:extLst>
                <a:ext uri="{FF2B5EF4-FFF2-40B4-BE49-F238E27FC236}">
                  <a16:creationId xmlns:a16="http://schemas.microsoft.com/office/drawing/2014/main" id="{A3A2F3C6-2C0D-4D45-B46F-BF1DE25E1CC6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1">
              <a:extLst>
                <a:ext uri="{FF2B5EF4-FFF2-40B4-BE49-F238E27FC236}">
                  <a16:creationId xmlns:a16="http://schemas.microsoft.com/office/drawing/2014/main" id="{604E27F8-3A52-2F4E-8C66-946E882601A7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2">
              <a:extLst>
                <a:ext uri="{FF2B5EF4-FFF2-40B4-BE49-F238E27FC236}">
                  <a16:creationId xmlns:a16="http://schemas.microsoft.com/office/drawing/2014/main" id="{C3503F79-8014-F34D-81A3-95D14825164D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3">
              <a:extLst>
                <a:ext uri="{FF2B5EF4-FFF2-40B4-BE49-F238E27FC236}">
                  <a16:creationId xmlns:a16="http://schemas.microsoft.com/office/drawing/2014/main" id="{01242C23-F6AF-0D4E-B856-CA42B9F54609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4">
              <a:extLst>
                <a:ext uri="{FF2B5EF4-FFF2-40B4-BE49-F238E27FC236}">
                  <a16:creationId xmlns:a16="http://schemas.microsoft.com/office/drawing/2014/main" id="{4CA1F2F5-DC2F-794B-9A56-DF56538018F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5">
              <a:extLst>
                <a:ext uri="{FF2B5EF4-FFF2-40B4-BE49-F238E27FC236}">
                  <a16:creationId xmlns:a16="http://schemas.microsoft.com/office/drawing/2014/main" id="{D6DCBF28-06AD-9D4B-849B-0C1AD6B0A7F3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6">
              <a:extLst>
                <a:ext uri="{FF2B5EF4-FFF2-40B4-BE49-F238E27FC236}">
                  <a16:creationId xmlns:a16="http://schemas.microsoft.com/office/drawing/2014/main" id="{5B0B90D1-8D4F-EF4E-9979-19365E5D27C9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7">
              <a:extLst>
                <a:ext uri="{FF2B5EF4-FFF2-40B4-BE49-F238E27FC236}">
                  <a16:creationId xmlns:a16="http://schemas.microsoft.com/office/drawing/2014/main" id="{BE10948C-97EB-A442-9B65-93A193D2BB80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58">
              <a:extLst>
                <a:ext uri="{FF2B5EF4-FFF2-40B4-BE49-F238E27FC236}">
                  <a16:creationId xmlns:a16="http://schemas.microsoft.com/office/drawing/2014/main" id="{4C288427-37D2-FB4D-B408-246FF3E06988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59">
              <a:extLst>
                <a:ext uri="{FF2B5EF4-FFF2-40B4-BE49-F238E27FC236}">
                  <a16:creationId xmlns:a16="http://schemas.microsoft.com/office/drawing/2014/main" id="{6E0B30B8-8311-4245-A333-A8DCC8F1926B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0">
              <a:extLst>
                <a:ext uri="{FF2B5EF4-FFF2-40B4-BE49-F238E27FC236}">
                  <a16:creationId xmlns:a16="http://schemas.microsoft.com/office/drawing/2014/main" id="{462B3C2A-5B5A-E843-8BFD-8621A1CDE12D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1">
              <a:extLst>
                <a:ext uri="{FF2B5EF4-FFF2-40B4-BE49-F238E27FC236}">
                  <a16:creationId xmlns:a16="http://schemas.microsoft.com/office/drawing/2014/main" id="{9458C6EE-D393-0446-A576-F9838D0740F1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2">
              <a:extLst>
                <a:ext uri="{FF2B5EF4-FFF2-40B4-BE49-F238E27FC236}">
                  <a16:creationId xmlns:a16="http://schemas.microsoft.com/office/drawing/2014/main" id="{CC1AC48D-45B3-3F4A-9BAE-9ECF8928E700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3">
              <a:extLst>
                <a:ext uri="{FF2B5EF4-FFF2-40B4-BE49-F238E27FC236}">
                  <a16:creationId xmlns:a16="http://schemas.microsoft.com/office/drawing/2014/main" id="{0381D8F0-FF8A-044E-8592-C7C2426E759F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4">
              <a:extLst>
                <a:ext uri="{FF2B5EF4-FFF2-40B4-BE49-F238E27FC236}">
                  <a16:creationId xmlns:a16="http://schemas.microsoft.com/office/drawing/2014/main" id="{5733C57A-4B8D-9E44-BAAB-39E2270882A9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5">
              <a:extLst>
                <a:ext uri="{FF2B5EF4-FFF2-40B4-BE49-F238E27FC236}">
                  <a16:creationId xmlns:a16="http://schemas.microsoft.com/office/drawing/2014/main" id="{74B88222-7231-1E47-914A-5A89420805C7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6">
              <a:extLst>
                <a:ext uri="{FF2B5EF4-FFF2-40B4-BE49-F238E27FC236}">
                  <a16:creationId xmlns:a16="http://schemas.microsoft.com/office/drawing/2014/main" id="{9DA20F80-F615-0048-B7B4-35869E352513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7">
              <a:extLst>
                <a:ext uri="{FF2B5EF4-FFF2-40B4-BE49-F238E27FC236}">
                  <a16:creationId xmlns:a16="http://schemas.microsoft.com/office/drawing/2014/main" id="{528D026C-5241-8C4D-8B0B-D13CD139AFE5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68">
              <a:extLst>
                <a:ext uri="{FF2B5EF4-FFF2-40B4-BE49-F238E27FC236}">
                  <a16:creationId xmlns:a16="http://schemas.microsoft.com/office/drawing/2014/main" id="{EFCD1579-3F04-2A4C-BFDA-8EFFBDE8E1D4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69">
              <a:extLst>
                <a:ext uri="{FF2B5EF4-FFF2-40B4-BE49-F238E27FC236}">
                  <a16:creationId xmlns:a16="http://schemas.microsoft.com/office/drawing/2014/main" id="{8791EAE5-AAA2-514D-93E0-615D9DDC4BAF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0">
              <a:extLst>
                <a:ext uri="{FF2B5EF4-FFF2-40B4-BE49-F238E27FC236}">
                  <a16:creationId xmlns:a16="http://schemas.microsoft.com/office/drawing/2014/main" id="{00DC3CCC-B352-A04E-921E-1B8C185397FB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1">
              <a:extLst>
                <a:ext uri="{FF2B5EF4-FFF2-40B4-BE49-F238E27FC236}">
                  <a16:creationId xmlns:a16="http://schemas.microsoft.com/office/drawing/2014/main" id="{44221BFB-0764-814E-A707-D05F85FE776C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2">
              <a:extLst>
                <a:ext uri="{FF2B5EF4-FFF2-40B4-BE49-F238E27FC236}">
                  <a16:creationId xmlns:a16="http://schemas.microsoft.com/office/drawing/2014/main" id="{5ADBF159-40D1-DB49-8482-2DC07A166EFC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3">
              <a:extLst>
                <a:ext uri="{FF2B5EF4-FFF2-40B4-BE49-F238E27FC236}">
                  <a16:creationId xmlns:a16="http://schemas.microsoft.com/office/drawing/2014/main" id="{CCAC49CF-D88F-3D47-8DBC-BAD8458B40EF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4">
              <a:extLst>
                <a:ext uri="{FF2B5EF4-FFF2-40B4-BE49-F238E27FC236}">
                  <a16:creationId xmlns:a16="http://schemas.microsoft.com/office/drawing/2014/main" id="{9C93582C-155D-D94E-873A-38165218730F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5">
              <a:extLst>
                <a:ext uri="{FF2B5EF4-FFF2-40B4-BE49-F238E27FC236}">
                  <a16:creationId xmlns:a16="http://schemas.microsoft.com/office/drawing/2014/main" id="{FAA02EE9-C67D-4E4C-B077-F5E67F2A8ED0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6">
              <a:extLst>
                <a:ext uri="{FF2B5EF4-FFF2-40B4-BE49-F238E27FC236}">
                  <a16:creationId xmlns:a16="http://schemas.microsoft.com/office/drawing/2014/main" id="{FD1548DF-0C71-A84F-98F1-737F64C226AD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7">
              <a:extLst>
                <a:ext uri="{FF2B5EF4-FFF2-40B4-BE49-F238E27FC236}">
                  <a16:creationId xmlns:a16="http://schemas.microsoft.com/office/drawing/2014/main" id="{AF286C01-D727-DF44-9099-27523073E534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78">
              <a:extLst>
                <a:ext uri="{FF2B5EF4-FFF2-40B4-BE49-F238E27FC236}">
                  <a16:creationId xmlns:a16="http://schemas.microsoft.com/office/drawing/2014/main" id="{A722A2BA-8A52-1147-88C2-9E02D126DF45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79">
              <a:extLst>
                <a:ext uri="{FF2B5EF4-FFF2-40B4-BE49-F238E27FC236}">
                  <a16:creationId xmlns:a16="http://schemas.microsoft.com/office/drawing/2014/main" id="{B4737A5E-CBC1-BA41-AA58-0C30675AFB1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0">
              <a:extLst>
                <a:ext uri="{FF2B5EF4-FFF2-40B4-BE49-F238E27FC236}">
                  <a16:creationId xmlns:a16="http://schemas.microsoft.com/office/drawing/2014/main" id="{EAD69F8B-7CD7-E549-947F-D5E7DCF7E46A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1">
              <a:extLst>
                <a:ext uri="{FF2B5EF4-FFF2-40B4-BE49-F238E27FC236}">
                  <a16:creationId xmlns:a16="http://schemas.microsoft.com/office/drawing/2014/main" id="{46083ACE-AA11-514A-B2EE-11D06495A276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2">
              <a:extLst>
                <a:ext uri="{FF2B5EF4-FFF2-40B4-BE49-F238E27FC236}">
                  <a16:creationId xmlns:a16="http://schemas.microsoft.com/office/drawing/2014/main" id="{14D7F9C9-0615-8C45-8036-3EB7502F6D47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3">
              <a:extLst>
                <a:ext uri="{FF2B5EF4-FFF2-40B4-BE49-F238E27FC236}">
                  <a16:creationId xmlns:a16="http://schemas.microsoft.com/office/drawing/2014/main" id="{70C87191-295C-7E40-BD93-115D51649AC9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84">
              <a:extLst>
                <a:ext uri="{FF2B5EF4-FFF2-40B4-BE49-F238E27FC236}">
                  <a16:creationId xmlns:a16="http://schemas.microsoft.com/office/drawing/2014/main" id="{0950DE9E-800B-5246-BA6F-C4E8BF8AB060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85">
              <a:extLst>
                <a:ext uri="{FF2B5EF4-FFF2-40B4-BE49-F238E27FC236}">
                  <a16:creationId xmlns:a16="http://schemas.microsoft.com/office/drawing/2014/main" id="{FB6700C5-621E-C04A-A4B7-AF67ADE642FF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86">
              <a:extLst>
                <a:ext uri="{FF2B5EF4-FFF2-40B4-BE49-F238E27FC236}">
                  <a16:creationId xmlns:a16="http://schemas.microsoft.com/office/drawing/2014/main" id="{57CB02E1-5F4F-6148-9B81-71E42116E79F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7">
              <a:extLst>
                <a:ext uri="{FF2B5EF4-FFF2-40B4-BE49-F238E27FC236}">
                  <a16:creationId xmlns:a16="http://schemas.microsoft.com/office/drawing/2014/main" id="{01D84E81-8079-0146-9BDB-51F090F16BEC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8">
              <a:extLst>
                <a:ext uri="{FF2B5EF4-FFF2-40B4-BE49-F238E27FC236}">
                  <a16:creationId xmlns:a16="http://schemas.microsoft.com/office/drawing/2014/main" id="{746B60EE-3B74-5E42-BDB5-48D0C84E995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9">
              <a:extLst>
                <a:ext uri="{FF2B5EF4-FFF2-40B4-BE49-F238E27FC236}">
                  <a16:creationId xmlns:a16="http://schemas.microsoft.com/office/drawing/2014/main" id="{130A88CC-2055-9D46-A3AB-5C259A9E4297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0">
              <a:extLst>
                <a:ext uri="{FF2B5EF4-FFF2-40B4-BE49-F238E27FC236}">
                  <a16:creationId xmlns:a16="http://schemas.microsoft.com/office/drawing/2014/main" id="{3395C0E0-7108-1441-9D16-60C76E734E62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1">
              <a:extLst>
                <a:ext uri="{FF2B5EF4-FFF2-40B4-BE49-F238E27FC236}">
                  <a16:creationId xmlns:a16="http://schemas.microsoft.com/office/drawing/2014/main" id="{BE188E28-8C81-C948-981E-9C491190E489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2">
              <a:extLst>
                <a:ext uri="{FF2B5EF4-FFF2-40B4-BE49-F238E27FC236}">
                  <a16:creationId xmlns:a16="http://schemas.microsoft.com/office/drawing/2014/main" id="{BD522304-05FD-9B45-9FEC-ADB7C49BF4C8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93">
              <a:extLst>
                <a:ext uri="{FF2B5EF4-FFF2-40B4-BE49-F238E27FC236}">
                  <a16:creationId xmlns:a16="http://schemas.microsoft.com/office/drawing/2014/main" id="{A51A11CC-8B87-C44C-AB51-56AAE0918B9D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94">
              <a:extLst>
                <a:ext uri="{FF2B5EF4-FFF2-40B4-BE49-F238E27FC236}">
                  <a16:creationId xmlns:a16="http://schemas.microsoft.com/office/drawing/2014/main" id="{FDD6B35D-53A4-614E-8257-E137E5BCEE7C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1" name="Grafik 160">
            <a:extLst>
              <a:ext uri="{FF2B5EF4-FFF2-40B4-BE49-F238E27FC236}">
                <a16:creationId xmlns:a16="http://schemas.microsoft.com/office/drawing/2014/main" id="{32804FC9-B2CF-4F2B-B5BA-4FC811F1B8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16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4DF13-B584-46A2-9B1A-67BAA69B128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4D5745E-E636-484E-8028-8021CCFDEC5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09702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75069-90D3-47FD-846C-CB9D88DEE72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3212EE7-978B-435B-B747-4DF34057F18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59413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739F-85A4-4904-BF10-1F018D19965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08BEEA51-35F2-44B9-8FA6-474AFBCFB0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66738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52583-25AC-450B-861F-C7EF6E2A4877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A160CC5-8A59-46D3-A1D7-F21A3B6955D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6463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6975A-5916-44F8-AAB7-DA930B118AE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5A4D142-596E-4394-B407-65001A377D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12820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320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1F16-A38C-4704-AC2A-54EFFD6840B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42AAD46-67A3-4127-B280-D69434A7D72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0850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1C6F0-82FB-4758-8445-3C854B8A42D3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381895C7-DC25-40C3-9857-7AF6421845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62744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5E404-FA7C-4123-B3AC-C4E47D4145D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D6E75C0-962B-4DE7-8D95-4D4F45AB824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721892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0B6EA-496C-459A-815A-9BD62A63A65D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13C3F65-DA83-41EB-89FA-4255A4DF2ED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5443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8426-EBDC-4303-B9B1-D92AAD03617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BCD0DB3-1746-4FA4-9BF2-5CC1A0E5F8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57775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FD88-BC3F-47B2-AE3F-ECDD22FD8DC5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3506DC8-BD94-4752-B673-EB18A5638B4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85792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Ro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2F81409-1E84-4F9F-909C-B8147813B64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42" name="Grafik 41">
            <a:extLst>
              <a:ext uri="{FF2B5EF4-FFF2-40B4-BE49-F238E27FC236}">
                <a16:creationId xmlns:a16="http://schemas.microsoft.com/office/drawing/2014/main" id="{7C4F2AC3-A25B-45DF-B9FE-C1DAA15FF1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029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79717-E97F-4041-A2DA-BCAED95A5C6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A9DBE995-23F2-460C-86CC-60633EED25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02481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660C-C7C1-473E-BEF9-D7441416578B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>
                <a:solidFill>
                  <a:srgbClr val="041E4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209FD4A-C7D6-4B64-AD6B-63B653F6B0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354895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517822"/>
            <a:ext cx="11157745" cy="1822358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56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1" name="Grafik 3">
            <a:extLst>
              <a:ext uri="{FF2B5EF4-FFF2-40B4-BE49-F238E27FC236}">
                <a16:creationId xmlns:a16="http://schemas.microsoft.com/office/drawing/2014/main" id="{06D91DA4-2AD4-4044-ACD2-26BD75F591C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2" name="Freihandform: Form 213">
              <a:extLst>
                <a:ext uri="{FF2B5EF4-FFF2-40B4-BE49-F238E27FC236}">
                  <a16:creationId xmlns:a16="http://schemas.microsoft.com/office/drawing/2014/main" id="{8B89B079-6887-4745-861A-0D8F365E140C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3" name="Freihandform: Form 214">
              <a:extLst>
                <a:ext uri="{FF2B5EF4-FFF2-40B4-BE49-F238E27FC236}">
                  <a16:creationId xmlns:a16="http://schemas.microsoft.com/office/drawing/2014/main" id="{8FAFB012-CEB2-E447-869E-FF6F76A303A2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4" name="Freihandform: Form 215">
              <a:extLst>
                <a:ext uri="{FF2B5EF4-FFF2-40B4-BE49-F238E27FC236}">
                  <a16:creationId xmlns:a16="http://schemas.microsoft.com/office/drawing/2014/main" id="{60CFA2AB-964A-0A4B-8C97-3C657044B2E6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6">
              <a:extLst>
                <a:ext uri="{FF2B5EF4-FFF2-40B4-BE49-F238E27FC236}">
                  <a16:creationId xmlns:a16="http://schemas.microsoft.com/office/drawing/2014/main" id="{367A9542-13DC-BF47-845E-EEB771B94EEA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7">
              <a:extLst>
                <a:ext uri="{FF2B5EF4-FFF2-40B4-BE49-F238E27FC236}">
                  <a16:creationId xmlns:a16="http://schemas.microsoft.com/office/drawing/2014/main" id="{1A42EEDB-7AB9-5946-A0A7-7B270D88A73B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8">
              <a:extLst>
                <a:ext uri="{FF2B5EF4-FFF2-40B4-BE49-F238E27FC236}">
                  <a16:creationId xmlns:a16="http://schemas.microsoft.com/office/drawing/2014/main" id="{0C4F78BB-ECC1-9B4E-A4FB-AF718AB2C773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9">
              <a:extLst>
                <a:ext uri="{FF2B5EF4-FFF2-40B4-BE49-F238E27FC236}">
                  <a16:creationId xmlns:a16="http://schemas.microsoft.com/office/drawing/2014/main" id="{E5CC0BE3-70DF-A64D-A937-D3747D9F7FFA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20">
              <a:extLst>
                <a:ext uri="{FF2B5EF4-FFF2-40B4-BE49-F238E27FC236}">
                  <a16:creationId xmlns:a16="http://schemas.microsoft.com/office/drawing/2014/main" id="{8A992392-BE78-4C45-A9AD-9A46BB85E45C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21">
              <a:extLst>
                <a:ext uri="{FF2B5EF4-FFF2-40B4-BE49-F238E27FC236}">
                  <a16:creationId xmlns:a16="http://schemas.microsoft.com/office/drawing/2014/main" id="{AD1DD049-8BF7-AB4F-A285-FA0FEECB6CE4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2">
              <a:extLst>
                <a:ext uri="{FF2B5EF4-FFF2-40B4-BE49-F238E27FC236}">
                  <a16:creationId xmlns:a16="http://schemas.microsoft.com/office/drawing/2014/main" id="{57A09A9F-192C-9B4E-AD21-793E9C400E00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3">
              <a:extLst>
                <a:ext uri="{FF2B5EF4-FFF2-40B4-BE49-F238E27FC236}">
                  <a16:creationId xmlns:a16="http://schemas.microsoft.com/office/drawing/2014/main" id="{2A68142D-7DB3-D44E-B472-661C0E32F63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4">
              <a:extLst>
                <a:ext uri="{FF2B5EF4-FFF2-40B4-BE49-F238E27FC236}">
                  <a16:creationId xmlns:a16="http://schemas.microsoft.com/office/drawing/2014/main" id="{5B3BEB07-2489-4A48-84BB-0236C1FC7F1E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5">
              <a:extLst>
                <a:ext uri="{FF2B5EF4-FFF2-40B4-BE49-F238E27FC236}">
                  <a16:creationId xmlns:a16="http://schemas.microsoft.com/office/drawing/2014/main" id="{58EFC4A9-A6AE-D94A-9FCA-1E870AF480AC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6">
              <a:extLst>
                <a:ext uri="{FF2B5EF4-FFF2-40B4-BE49-F238E27FC236}">
                  <a16:creationId xmlns:a16="http://schemas.microsoft.com/office/drawing/2014/main" id="{E48A6423-991D-8746-A1FD-DDA39FD5868D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7">
              <a:extLst>
                <a:ext uri="{FF2B5EF4-FFF2-40B4-BE49-F238E27FC236}">
                  <a16:creationId xmlns:a16="http://schemas.microsoft.com/office/drawing/2014/main" id="{F59FF282-2547-8149-9273-1F267A013CDA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8">
              <a:extLst>
                <a:ext uri="{FF2B5EF4-FFF2-40B4-BE49-F238E27FC236}">
                  <a16:creationId xmlns:a16="http://schemas.microsoft.com/office/drawing/2014/main" id="{816CFEE9-6F46-CF47-9D02-1033E89014F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9">
              <a:extLst>
                <a:ext uri="{FF2B5EF4-FFF2-40B4-BE49-F238E27FC236}">
                  <a16:creationId xmlns:a16="http://schemas.microsoft.com/office/drawing/2014/main" id="{1E20B96E-EAE3-2746-8BD9-CF10523A0BE5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30">
              <a:extLst>
                <a:ext uri="{FF2B5EF4-FFF2-40B4-BE49-F238E27FC236}">
                  <a16:creationId xmlns:a16="http://schemas.microsoft.com/office/drawing/2014/main" id="{6696B870-4358-D749-8275-C5A5C43AEF41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31">
              <a:extLst>
                <a:ext uri="{FF2B5EF4-FFF2-40B4-BE49-F238E27FC236}">
                  <a16:creationId xmlns:a16="http://schemas.microsoft.com/office/drawing/2014/main" id="{7541E1D4-E2DB-C841-9670-483FB10DF092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2">
              <a:extLst>
                <a:ext uri="{FF2B5EF4-FFF2-40B4-BE49-F238E27FC236}">
                  <a16:creationId xmlns:a16="http://schemas.microsoft.com/office/drawing/2014/main" id="{A5C2F266-9C7E-7146-B6EC-6AC33EF530AC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3">
              <a:extLst>
                <a:ext uri="{FF2B5EF4-FFF2-40B4-BE49-F238E27FC236}">
                  <a16:creationId xmlns:a16="http://schemas.microsoft.com/office/drawing/2014/main" id="{09ABAA67-7F97-9E42-8A1E-68BDB9FB9267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4">
              <a:extLst>
                <a:ext uri="{FF2B5EF4-FFF2-40B4-BE49-F238E27FC236}">
                  <a16:creationId xmlns:a16="http://schemas.microsoft.com/office/drawing/2014/main" id="{0C20E9EC-874F-6A47-AF56-614A57812384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5">
              <a:extLst>
                <a:ext uri="{FF2B5EF4-FFF2-40B4-BE49-F238E27FC236}">
                  <a16:creationId xmlns:a16="http://schemas.microsoft.com/office/drawing/2014/main" id="{517AD172-0C5D-074C-80DC-4928DDC7DAEE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6">
              <a:extLst>
                <a:ext uri="{FF2B5EF4-FFF2-40B4-BE49-F238E27FC236}">
                  <a16:creationId xmlns:a16="http://schemas.microsoft.com/office/drawing/2014/main" id="{F83B4445-BA44-524F-8A90-7C87FA14F91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7">
              <a:extLst>
                <a:ext uri="{FF2B5EF4-FFF2-40B4-BE49-F238E27FC236}">
                  <a16:creationId xmlns:a16="http://schemas.microsoft.com/office/drawing/2014/main" id="{856184B0-C1E3-5C4B-84B8-12C7F0316EEF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8">
              <a:extLst>
                <a:ext uri="{FF2B5EF4-FFF2-40B4-BE49-F238E27FC236}">
                  <a16:creationId xmlns:a16="http://schemas.microsoft.com/office/drawing/2014/main" id="{8326E962-E744-2F46-9DD7-5963CAA651CD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9">
              <a:extLst>
                <a:ext uri="{FF2B5EF4-FFF2-40B4-BE49-F238E27FC236}">
                  <a16:creationId xmlns:a16="http://schemas.microsoft.com/office/drawing/2014/main" id="{DCB92FD4-2389-9140-A8F7-92248E9D6DF0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40">
              <a:extLst>
                <a:ext uri="{FF2B5EF4-FFF2-40B4-BE49-F238E27FC236}">
                  <a16:creationId xmlns:a16="http://schemas.microsoft.com/office/drawing/2014/main" id="{4171F757-5F70-944A-8817-6E94347704F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41">
              <a:extLst>
                <a:ext uri="{FF2B5EF4-FFF2-40B4-BE49-F238E27FC236}">
                  <a16:creationId xmlns:a16="http://schemas.microsoft.com/office/drawing/2014/main" id="{6257016F-8F9D-2E46-B394-E8FE7C9683F4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2">
              <a:extLst>
                <a:ext uri="{FF2B5EF4-FFF2-40B4-BE49-F238E27FC236}">
                  <a16:creationId xmlns:a16="http://schemas.microsoft.com/office/drawing/2014/main" id="{2BF30C56-C1B7-7544-B1CF-EBBC924BE172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3">
              <a:extLst>
                <a:ext uri="{FF2B5EF4-FFF2-40B4-BE49-F238E27FC236}">
                  <a16:creationId xmlns:a16="http://schemas.microsoft.com/office/drawing/2014/main" id="{F7CD9617-8F30-4B49-A7E4-3EAC509775B5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4">
              <a:extLst>
                <a:ext uri="{FF2B5EF4-FFF2-40B4-BE49-F238E27FC236}">
                  <a16:creationId xmlns:a16="http://schemas.microsoft.com/office/drawing/2014/main" id="{BAB093E7-3685-6340-B9B5-88D38A8D5923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5">
              <a:extLst>
                <a:ext uri="{FF2B5EF4-FFF2-40B4-BE49-F238E27FC236}">
                  <a16:creationId xmlns:a16="http://schemas.microsoft.com/office/drawing/2014/main" id="{0051B84B-023D-E74F-8E3A-F94E4A88C194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6">
              <a:extLst>
                <a:ext uri="{FF2B5EF4-FFF2-40B4-BE49-F238E27FC236}">
                  <a16:creationId xmlns:a16="http://schemas.microsoft.com/office/drawing/2014/main" id="{4BAFB966-823E-4F41-89AB-EA370343F181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7">
              <a:extLst>
                <a:ext uri="{FF2B5EF4-FFF2-40B4-BE49-F238E27FC236}">
                  <a16:creationId xmlns:a16="http://schemas.microsoft.com/office/drawing/2014/main" id="{AF1CCB16-C922-9E43-86CB-2B2B1C37627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8">
              <a:extLst>
                <a:ext uri="{FF2B5EF4-FFF2-40B4-BE49-F238E27FC236}">
                  <a16:creationId xmlns:a16="http://schemas.microsoft.com/office/drawing/2014/main" id="{A5B8446F-9D49-F741-8DDA-4EF3B3428618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9">
              <a:extLst>
                <a:ext uri="{FF2B5EF4-FFF2-40B4-BE49-F238E27FC236}">
                  <a16:creationId xmlns:a16="http://schemas.microsoft.com/office/drawing/2014/main" id="{870A3657-DD27-0445-8C25-C01E4707277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50">
              <a:extLst>
                <a:ext uri="{FF2B5EF4-FFF2-40B4-BE49-F238E27FC236}">
                  <a16:creationId xmlns:a16="http://schemas.microsoft.com/office/drawing/2014/main" id="{C4124434-9F18-8749-8CBA-7FFE97BD73C2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51">
              <a:extLst>
                <a:ext uri="{FF2B5EF4-FFF2-40B4-BE49-F238E27FC236}">
                  <a16:creationId xmlns:a16="http://schemas.microsoft.com/office/drawing/2014/main" id="{BE4F02D9-2693-4646-9E53-DF918A0EB149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252">
              <a:extLst>
                <a:ext uri="{FF2B5EF4-FFF2-40B4-BE49-F238E27FC236}">
                  <a16:creationId xmlns:a16="http://schemas.microsoft.com/office/drawing/2014/main" id="{638B3A4F-4611-5942-8784-73DFF4DB7DD6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3">
              <a:extLst>
                <a:ext uri="{FF2B5EF4-FFF2-40B4-BE49-F238E27FC236}">
                  <a16:creationId xmlns:a16="http://schemas.microsoft.com/office/drawing/2014/main" id="{8DEBDADB-4DAD-BA4E-949D-ECADBE6E57A8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4">
              <a:extLst>
                <a:ext uri="{FF2B5EF4-FFF2-40B4-BE49-F238E27FC236}">
                  <a16:creationId xmlns:a16="http://schemas.microsoft.com/office/drawing/2014/main" id="{D63D2EBA-E6BE-EE40-A4F9-901ABAE18641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5">
              <a:extLst>
                <a:ext uri="{FF2B5EF4-FFF2-40B4-BE49-F238E27FC236}">
                  <a16:creationId xmlns:a16="http://schemas.microsoft.com/office/drawing/2014/main" id="{5D21E38F-0C44-C245-B0AA-44A8F5144D50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6">
              <a:extLst>
                <a:ext uri="{FF2B5EF4-FFF2-40B4-BE49-F238E27FC236}">
                  <a16:creationId xmlns:a16="http://schemas.microsoft.com/office/drawing/2014/main" id="{3CC6A7CB-3E31-8541-8006-B5984A15B9ED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7">
              <a:extLst>
                <a:ext uri="{FF2B5EF4-FFF2-40B4-BE49-F238E27FC236}">
                  <a16:creationId xmlns:a16="http://schemas.microsoft.com/office/drawing/2014/main" id="{E74133E8-6F5E-5643-A6FC-F8D6234A9F2A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8">
              <a:extLst>
                <a:ext uri="{FF2B5EF4-FFF2-40B4-BE49-F238E27FC236}">
                  <a16:creationId xmlns:a16="http://schemas.microsoft.com/office/drawing/2014/main" id="{75BE20D8-3438-9645-9840-F163373B96DD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9">
              <a:extLst>
                <a:ext uri="{FF2B5EF4-FFF2-40B4-BE49-F238E27FC236}">
                  <a16:creationId xmlns:a16="http://schemas.microsoft.com/office/drawing/2014/main" id="{518DD1CA-CA79-404C-AB78-4A6A4817AC4F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60">
              <a:extLst>
                <a:ext uri="{FF2B5EF4-FFF2-40B4-BE49-F238E27FC236}">
                  <a16:creationId xmlns:a16="http://schemas.microsoft.com/office/drawing/2014/main" id="{DC219028-8534-0E49-9417-0E8110EEF41C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61">
              <a:extLst>
                <a:ext uri="{FF2B5EF4-FFF2-40B4-BE49-F238E27FC236}">
                  <a16:creationId xmlns:a16="http://schemas.microsoft.com/office/drawing/2014/main" id="{690220AA-50CC-EE47-9E9C-AFBF9DBE8C87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2">
              <a:extLst>
                <a:ext uri="{FF2B5EF4-FFF2-40B4-BE49-F238E27FC236}">
                  <a16:creationId xmlns:a16="http://schemas.microsoft.com/office/drawing/2014/main" id="{5B4587E6-C227-384B-BF2A-E223D42EECED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3">
              <a:extLst>
                <a:ext uri="{FF2B5EF4-FFF2-40B4-BE49-F238E27FC236}">
                  <a16:creationId xmlns:a16="http://schemas.microsoft.com/office/drawing/2014/main" id="{5A99EA64-59E1-5247-B600-CE9508363E75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4">
              <a:extLst>
                <a:ext uri="{FF2B5EF4-FFF2-40B4-BE49-F238E27FC236}">
                  <a16:creationId xmlns:a16="http://schemas.microsoft.com/office/drawing/2014/main" id="{8C9FD534-6D70-E348-8C70-36FB5785AEF5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5">
              <a:extLst>
                <a:ext uri="{FF2B5EF4-FFF2-40B4-BE49-F238E27FC236}">
                  <a16:creationId xmlns:a16="http://schemas.microsoft.com/office/drawing/2014/main" id="{CDEE3AA0-0CEC-CA45-A9E9-89B2B40BF9CE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6">
              <a:extLst>
                <a:ext uri="{FF2B5EF4-FFF2-40B4-BE49-F238E27FC236}">
                  <a16:creationId xmlns:a16="http://schemas.microsoft.com/office/drawing/2014/main" id="{9486445D-CB4F-7E4F-A962-6079F23EA814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7">
              <a:extLst>
                <a:ext uri="{FF2B5EF4-FFF2-40B4-BE49-F238E27FC236}">
                  <a16:creationId xmlns:a16="http://schemas.microsoft.com/office/drawing/2014/main" id="{48012C14-3FD3-CF46-9A18-464E4A945BC2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8">
              <a:extLst>
                <a:ext uri="{FF2B5EF4-FFF2-40B4-BE49-F238E27FC236}">
                  <a16:creationId xmlns:a16="http://schemas.microsoft.com/office/drawing/2014/main" id="{AD0CF84B-D854-8F4C-B70C-355E3D946FA5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9">
              <a:extLst>
                <a:ext uri="{FF2B5EF4-FFF2-40B4-BE49-F238E27FC236}">
                  <a16:creationId xmlns:a16="http://schemas.microsoft.com/office/drawing/2014/main" id="{49802A93-BF86-5C42-9F59-2710320205CA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70">
              <a:extLst>
                <a:ext uri="{FF2B5EF4-FFF2-40B4-BE49-F238E27FC236}">
                  <a16:creationId xmlns:a16="http://schemas.microsoft.com/office/drawing/2014/main" id="{DC35609B-D174-134D-A90E-1D9891BE5E50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71">
              <a:extLst>
                <a:ext uri="{FF2B5EF4-FFF2-40B4-BE49-F238E27FC236}">
                  <a16:creationId xmlns:a16="http://schemas.microsoft.com/office/drawing/2014/main" id="{C7CD2D4A-4FF6-4F40-B6C4-48C6C6DFC62E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2">
              <a:extLst>
                <a:ext uri="{FF2B5EF4-FFF2-40B4-BE49-F238E27FC236}">
                  <a16:creationId xmlns:a16="http://schemas.microsoft.com/office/drawing/2014/main" id="{B7C75228-DB37-634E-8CAE-77AB84941F41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3">
              <a:extLst>
                <a:ext uri="{FF2B5EF4-FFF2-40B4-BE49-F238E27FC236}">
                  <a16:creationId xmlns:a16="http://schemas.microsoft.com/office/drawing/2014/main" id="{B3C430C1-7DCE-DA47-A008-CEBB09E9277E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4">
              <a:extLst>
                <a:ext uri="{FF2B5EF4-FFF2-40B4-BE49-F238E27FC236}">
                  <a16:creationId xmlns:a16="http://schemas.microsoft.com/office/drawing/2014/main" id="{8708F23F-8DA1-154F-A726-6F359BA14034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5">
              <a:extLst>
                <a:ext uri="{FF2B5EF4-FFF2-40B4-BE49-F238E27FC236}">
                  <a16:creationId xmlns:a16="http://schemas.microsoft.com/office/drawing/2014/main" id="{C5C08DA7-5326-3B43-895E-8C683131D085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6">
              <a:extLst>
                <a:ext uri="{FF2B5EF4-FFF2-40B4-BE49-F238E27FC236}">
                  <a16:creationId xmlns:a16="http://schemas.microsoft.com/office/drawing/2014/main" id="{3824DF34-4651-BF4A-9169-03B5B577FF36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7">
              <a:extLst>
                <a:ext uri="{FF2B5EF4-FFF2-40B4-BE49-F238E27FC236}">
                  <a16:creationId xmlns:a16="http://schemas.microsoft.com/office/drawing/2014/main" id="{31296A63-45AB-EF4D-ABA5-843FF48766DB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8">
              <a:extLst>
                <a:ext uri="{FF2B5EF4-FFF2-40B4-BE49-F238E27FC236}">
                  <a16:creationId xmlns:a16="http://schemas.microsoft.com/office/drawing/2014/main" id="{8C2DB2D2-8A3D-C447-A076-7BE8540BD4B8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9">
              <a:extLst>
                <a:ext uri="{FF2B5EF4-FFF2-40B4-BE49-F238E27FC236}">
                  <a16:creationId xmlns:a16="http://schemas.microsoft.com/office/drawing/2014/main" id="{C8E5D30A-16E0-484D-A346-E4D9C503884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80">
              <a:extLst>
                <a:ext uri="{FF2B5EF4-FFF2-40B4-BE49-F238E27FC236}">
                  <a16:creationId xmlns:a16="http://schemas.microsoft.com/office/drawing/2014/main" id="{ED3322D9-3F6B-D844-8132-B543EC17FC83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81">
              <a:extLst>
                <a:ext uri="{FF2B5EF4-FFF2-40B4-BE49-F238E27FC236}">
                  <a16:creationId xmlns:a16="http://schemas.microsoft.com/office/drawing/2014/main" id="{11BE15B8-9FE9-8842-AFBF-19C02CC0595D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2">
              <a:extLst>
                <a:ext uri="{FF2B5EF4-FFF2-40B4-BE49-F238E27FC236}">
                  <a16:creationId xmlns:a16="http://schemas.microsoft.com/office/drawing/2014/main" id="{6F5E3C86-3605-5747-8319-8673A292852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3">
              <a:extLst>
                <a:ext uri="{FF2B5EF4-FFF2-40B4-BE49-F238E27FC236}">
                  <a16:creationId xmlns:a16="http://schemas.microsoft.com/office/drawing/2014/main" id="{762F9A7D-75F9-E743-84CC-B5EDE4678AC8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4">
              <a:extLst>
                <a:ext uri="{FF2B5EF4-FFF2-40B4-BE49-F238E27FC236}">
                  <a16:creationId xmlns:a16="http://schemas.microsoft.com/office/drawing/2014/main" id="{A1C42B2E-EE11-6440-B845-3A6542A008C8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5">
              <a:extLst>
                <a:ext uri="{FF2B5EF4-FFF2-40B4-BE49-F238E27FC236}">
                  <a16:creationId xmlns:a16="http://schemas.microsoft.com/office/drawing/2014/main" id="{3CC385F8-17EE-FB4E-A58D-E70F33DE0F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86">
              <a:extLst>
                <a:ext uri="{FF2B5EF4-FFF2-40B4-BE49-F238E27FC236}">
                  <a16:creationId xmlns:a16="http://schemas.microsoft.com/office/drawing/2014/main" id="{E6B64C0C-7927-894E-B18C-68D4CECFE3A8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87">
              <a:extLst>
                <a:ext uri="{FF2B5EF4-FFF2-40B4-BE49-F238E27FC236}">
                  <a16:creationId xmlns:a16="http://schemas.microsoft.com/office/drawing/2014/main" id="{AD7AA03B-065B-884F-B753-EE431E475F56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88">
              <a:extLst>
                <a:ext uri="{FF2B5EF4-FFF2-40B4-BE49-F238E27FC236}">
                  <a16:creationId xmlns:a16="http://schemas.microsoft.com/office/drawing/2014/main" id="{D3F5F370-AD69-2D4C-85F1-46FCC777863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9">
              <a:extLst>
                <a:ext uri="{FF2B5EF4-FFF2-40B4-BE49-F238E27FC236}">
                  <a16:creationId xmlns:a16="http://schemas.microsoft.com/office/drawing/2014/main" id="{4A88E5BF-5836-6D42-B2AB-2B1E947329F4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90">
              <a:extLst>
                <a:ext uri="{FF2B5EF4-FFF2-40B4-BE49-F238E27FC236}">
                  <a16:creationId xmlns:a16="http://schemas.microsoft.com/office/drawing/2014/main" id="{5944FE77-2F90-2348-85ED-D2E0C848463A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91">
              <a:extLst>
                <a:ext uri="{FF2B5EF4-FFF2-40B4-BE49-F238E27FC236}">
                  <a16:creationId xmlns:a16="http://schemas.microsoft.com/office/drawing/2014/main" id="{80B92F82-E6FF-3D47-8E3F-BA9DAC96F098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2">
              <a:extLst>
                <a:ext uri="{FF2B5EF4-FFF2-40B4-BE49-F238E27FC236}">
                  <a16:creationId xmlns:a16="http://schemas.microsoft.com/office/drawing/2014/main" id="{64C4FFA3-F4AC-3F41-A5FB-2CB056B9C0FE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3">
              <a:extLst>
                <a:ext uri="{FF2B5EF4-FFF2-40B4-BE49-F238E27FC236}">
                  <a16:creationId xmlns:a16="http://schemas.microsoft.com/office/drawing/2014/main" id="{5B446D7B-E0C1-0F4F-8BD0-A125A1C87746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4">
              <a:extLst>
                <a:ext uri="{FF2B5EF4-FFF2-40B4-BE49-F238E27FC236}">
                  <a16:creationId xmlns:a16="http://schemas.microsoft.com/office/drawing/2014/main" id="{F99A2B08-EB8E-3C4E-86A9-E0CD77BE4516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2" name="Grafik 161">
            <a:extLst>
              <a:ext uri="{FF2B5EF4-FFF2-40B4-BE49-F238E27FC236}">
                <a16:creationId xmlns:a16="http://schemas.microsoft.com/office/drawing/2014/main" id="{3500CBD5-26D7-4BD6-B14C-4225DE0E0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891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8005349-B597-40A4-BBEC-241EC89DAF8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12" name="Grafik 11">
            <a:extLst>
              <a:ext uri="{FF2B5EF4-FFF2-40B4-BE49-F238E27FC236}">
                <a16:creationId xmlns:a16="http://schemas.microsoft.com/office/drawing/2014/main" id="{28F581A1-2625-4A6C-8B67-D585EBDF0C94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05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41E4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ZOE Nord-Korfu</a:t>
            </a:r>
          </a:p>
          <a:p>
            <a:r>
              <a:t>Phase 3: Design &amp; Entwicklung</a:t>
            </a:r>
          </a:p>
          <a:p>
            <a:r>
              <a:t>Marieclaire · FAU WiSo · SoSe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Beitrag = das Designwissen: begründete, übertragbare Designprinzipien (DP1-DP6)</a:t>
            </a:r>
          </a:p>
          <a:p>
            <a:pPr/>
            <a:r>
              <a:t>Ebene 2 (Gregor &amp; Hevner 2013): "nascent design theory" — präskriptiv</a:t>
            </a:r>
          </a:p>
          <a:p>
            <a:pPr/>
            <a:r>
              <a:t>Form nach Gregor &amp; Jones (2007); Matrix als Ableitungsinstrument</a:t>
            </a:r>
          </a:p>
          <a:p>
            <a:pPr/>
            <a:r>
              <a:t>Gemeinsames Dach: Improvement / Exaptation -&gt; Kontext Nord-Korfu</a:t>
            </a:r>
          </a:p>
          <a:p>
            <a:pPr/>
            <a:r>
              <a:t>Abgrenzung: Anshuls Beitrag = Instanziierung + Demonstration (Phase 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Mein DSR-Beitrag (Phase 3)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Stufe 1: die Website (mehrsprachig, barrierefrei) · Stufe 2: die Designprinzipien</a:t>
            </a:r>
          </a:p>
          <a:p>
            <a:pPr/>
            <a:r>
              <a:t>Matrix: Problem -&gt; Ziel -&gt; Designprinzip -&gt; Quelle (A/B) -&gt; Umsetzung -&gt; Evaluierbarkeit</a:t>
            </a:r>
          </a:p>
          <a:p>
            <a:pPr/>
            <a:r>
              <a:t>in beide Richtungen nachvollziehbar; erzwingt "gebaut/teilweise/konzipiert" + A/B-Regel</a:t>
            </a:r>
          </a:p>
          <a:p>
            <a:pPr/>
            <a:r>
              <a:t>Platzhalter: Auszug aus docs/MATRIX.md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Artefakt &amp; die Matrix (zentrales Instrument)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Kette: Problem -&gt; Ziel -&gt; Designprinzip -&gt; Beleg (Form n. Gregor &amp; Jones 2007 / Cronholm &amp; Göbel 2018)</a:t>
            </a:r>
          </a:p>
          <a:p>
            <a:pPr/>
            <a:r>
              <a:t>Beispiel TP2: keine Anlaufstelle -&gt; Einreichung ohne Account -&gt; DP2a -&gt; Saldivar [A], Arana-Catania 2021 [A]</a:t>
            </a:r>
          </a:p>
          <a:p>
            <a:pPr/>
            <a:r>
              <a:t>Das Design entstand in 4 problemgetriebenen Iterationen (Hevner Design Cycle)</a:t>
            </a:r>
          </a:p>
          <a:p>
            <a:pPr/>
            <a:r>
              <a:t>Iter 1 Sichtbarkeit · 2 SDG-Transparenz · 3 Beteiligung &amp; Zielgruppen · 4 Tourist:innen &amp; Community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Von Problem zu Designprinzip — und in 4 Iterationen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TP1: verstreute Kommunikation (v. a. FB der Vize-Bürgermeisterin)</a:t>
            </a:r>
          </a:p>
          <a:p>
            <a:pPr/>
            <a:r>
              <a:t>DP1: zentraler, strukturierter, gruppierbarer, durchsuchbarer Ort</a:t>
            </a:r>
          </a:p>
          <a:p>
            <a:pPr/>
            <a:r>
              <a:t>Beleg: Simelio-Solà 2021 [A] (605 Kommunen), Tsatsani 2024 [A] (griech. Kommunen &lt; 55 %)</a:t>
            </a:r>
          </a:p>
          <a:p>
            <a:pPr/>
            <a:r>
              <a:t>Designentscheidung: Daten ausgelagert -&gt; API später austauschbar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1 (Design): Sichtbarkeit -&gt; DP1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TP3: SDG-Beitrag und Wirkung vergangener Aktionen unsichtbar</a:t>
            </a:r>
          </a:p>
          <a:p>
            <a:pPr/>
            <a:r>
              <a:t>DP3a: verständliches Dashboard mit aussagekräftigen Metriken; DP3b: SMART-KPIs, Wirkung zurückspielen</a:t>
            </a:r>
          </a:p>
          <a:p>
            <a:pPr/>
            <a:r>
              <a:t>Beleg: Chokki [A, Preprint], Simonofski 2022 [A], Grimmelikhuijsen &amp; Welch 2012 [A] (Outcome-Transparenz)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2 (Design): SDG-Transparenz -&gt; DP3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TP2 (Hürde) + TP4 (heterogene Gruppen)</a:t>
            </a:r>
          </a:p>
          <a:p>
            <a:pPr/>
            <a:r>
              <a:t>DP2a: ohne Account; DP2b: Engagement — aber NICHT rein belohnungsbasiert (Vorbehalt)</a:t>
            </a:r>
          </a:p>
          <a:p>
            <a:pPr/>
            <a:r>
              <a:t>DP4: Mehrsprachigkeit UND WCAG 2.1 AA in jeder Sprachfassung</a:t>
            </a:r>
          </a:p>
          <a:p>
            <a:pPr/>
            <a:r>
              <a:t>Beleg: Saldivar [A], Yang &amp; Wu 2025 [A], Thiel 2016 [B]; Csontos &amp; Heckl [A], Pontus 2021 [A]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3 (Design): Beteiligung &amp; Zielgruppen -&gt; DP2/DP4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TP6: Tourismus bislang nur als Belastung gesehen</a:t>
            </a:r>
          </a:p>
          <a:p>
            <a:pPr/>
            <a:r>
              <a:t>DP6: Besucher:innen als Ressource (niedrigschwellig, Storytelling) + DP1-Gruppierung (Initiative-Tabs)</a:t>
            </a:r>
          </a:p>
          <a:p>
            <a:pPr/>
            <a:r>
              <a:t>Beleg: Laksmi 2026 [A] (Community β=0,42 + Digital β=0,38, p&lt;0,001), Vegas Macias 2023 [A] (Malta)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4 (Design): Tourist:innen &amp; Community -&gt; DP6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Bewusste Designentscheidungen: Tech-Stack, grünes Design, kein Beta-Backend für Einreichungen</a:t>
            </a:r>
          </a:p>
          <a:p>
            <a:pPr/>
            <a:r>
              <a:t>Status quo: Designprinzipien als kohärentes Set instanziiert</a:t>
            </a:r>
          </a:p>
          <a:p>
            <a:pPr/>
            <a:r>
              <a:t>Grenzen (z. B. i18n-Altseiten) = Designwissen für den nächsten Zyklus</a:t>
            </a:r>
          </a:p>
          <a:p>
            <a:pPr/>
            <a:r>
              <a:t>Übergang: Anshul demonstriert, DASS die Prinzipien funktionieren (Phase 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Architektur, Status quo &amp; Übergang zu Anshul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DSR-Methodik: Gregor &amp; Jones (2007); Cronholm &amp; Göbel (2018); Gregor &amp; Hevner (2013); Peffers et al. (2007); Hevner (2007)</a:t>
            </a:r>
          </a:p>
          <a:p>
            <a:pPr/>
            <a:r>
              <a:t>Simelio-Solà 2021; Simonofski 2022; Grimmelikhuijsen &amp; Welch 2012; Csontos &amp; Heckl 2021/2025; Pontus 2021</a:t>
            </a:r>
          </a:p>
          <a:p>
            <a:pPr/>
            <a:r>
              <a:t>Saldivar; Yang &amp; Wu 2025; Thiel 2016; Laksmi 2026; Vegas Macias 2023</a:t>
            </a:r>
          </a:p>
          <a:p>
            <a:pPr/>
            <a:r>
              <a:t>Vollständig + A/B: docs/literature-review.md · DP-Form: Gregor &amp; Jones 2007 + Cronholm &amp; Göbel 2018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Quellen (Auswahl, APA7)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U - Wirtschafts- und Sozialwissenschaften">
  <a:themeElements>
    <a:clrScheme name="FAU - Rot">
      <a:dk1>
        <a:sysClr val="windowText" lastClr="000000"/>
      </a:dk1>
      <a:lt1>
        <a:srgbClr val="FFFFFF"/>
      </a:lt1>
      <a:dk2>
        <a:srgbClr val="C50F3C"/>
      </a:dk2>
      <a:lt2>
        <a:srgbClr val="FFFFFF"/>
      </a:lt2>
      <a:accent1>
        <a:srgbClr val="7F7F7F"/>
      </a:accent1>
      <a:accent2>
        <a:srgbClr val="662938"/>
      </a:accent2>
      <a:accent3>
        <a:srgbClr val="971B2F"/>
      </a:accent3>
      <a:accent4>
        <a:srgbClr val="C50F3C"/>
      </a:accent4>
      <a:accent5>
        <a:srgbClr val="EBCCB7"/>
      </a:accent5>
      <a:accent6>
        <a:srgbClr val="C7C7C7"/>
      </a:accent6>
      <a:hlink>
        <a:srgbClr val="971B2F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7C64748B88E4F4A81E78C320064AA18" ma:contentTypeVersion="13" ma:contentTypeDescription="Ein neues Dokument erstellen." ma:contentTypeScope="" ma:versionID="7d7fe78eff81fbacf66dc0ff6aeec5a3">
  <xsd:schema xmlns:xsd="http://www.w3.org/2001/XMLSchema" xmlns:xs="http://www.w3.org/2001/XMLSchema" xmlns:p="http://schemas.microsoft.com/office/2006/metadata/properties" xmlns:ns2="e1a9e197-d112-4abb-aa0c-4ed035d690a3" xmlns:ns3="5d4c14f1-5e26-4315-944b-e10ebb29e5be" targetNamespace="http://schemas.microsoft.com/office/2006/metadata/properties" ma:root="true" ma:fieldsID="798e591f6d3205a21a5c8f3fdff7cfef" ns2:_="" ns3:_="">
    <xsd:import namespace="e1a9e197-d112-4abb-aa0c-4ed035d690a3"/>
    <xsd:import namespace="5d4c14f1-5e26-4315-944b-e10ebb29e5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9e197-d112-4abb-aa0c-4ed035d690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4c14f1-5e26-4315-944b-e10ebb29e5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1A7FE3-81F7-4596-A188-3EE8D4188E1F}">
  <ds:schemaRefs>
    <ds:schemaRef ds:uri="e1a9e197-d112-4abb-aa0c-4ed035d690a3"/>
    <ds:schemaRef ds:uri="http://purl.org/dc/terms/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5d4c14f1-5e26-4315-944b-e10ebb29e5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457329C-FB5F-4A4D-B331-82D30E9A74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62A9A3-4B89-40BF-B1CB-4DD4A4F9CB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9e197-d112-4abb-aa0c-4ed035d690a3"/>
    <ds:schemaRef ds:uri="5d4c14f1-5e26-4315-944b-e10ebb29e5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1804</Words>
  <Application>Microsoft Office PowerPoint</Application>
  <PresentationFormat>Breitbild</PresentationFormat>
  <Paragraphs>358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0" baseType="lpstr">
      <vt:lpstr>Arial</vt:lpstr>
      <vt:lpstr>Calibri</vt:lpstr>
      <vt:lpstr>Symbol</vt:lpstr>
      <vt:lpstr>FAU - Wirtschafts- und Sozialwissenschaften</vt:lpstr>
      <vt:lpstr>Willkommen</vt:lpstr>
      <vt:lpstr>Agenda</vt:lpstr>
      <vt:lpstr>Agenda | mit Bild</vt:lpstr>
      <vt:lpstr>Kapiteltrenner Mehrzeilig möglich</vt:lpstr>
      <vt:lpstr>Textfolie</vt:lpstr>
      <vt:lpstr>Textfolie | zweispaltig</vt:lpstr>
      <vt:lpstr>Textfolie | dreispaltig</vt:lpstr>
      <vt:lpstr>Text- Bildfolie</vt:lpstr>
      <vt:lpstr>Bild- Textfolie</vt:lpstr>
      <vt:lpstr>PowerPoint-Präsentation</vt:lpstr>
      <vt:lpstr>Bildfolie</vt:lpstr>
      <vt:lpstr>Bildfolie | zweispaltig</vt:lpstr>
      <vt:lpstr>Bildfolie | dreispaltig</vt:lpstr>
      <vt:lpstr>Inhaltsfolie | Säulendiagramm</vt:lpstr>
      <vt:lpstr>Inhaltsfolie mit Text | Säulendiagramm</vt:lpstr>
      <vt:lpstr>Inhaltsfolie | Torten- &amp; Ringdiagramm</vt:lpstr>
      <vt:lpstr>Inhaltsfolie mit Text | Torten- &amp; Ringdiagramm</vt:lpstr>
      <vt:lpstr>Inhaltsfolie mit Text | Torten- &amp; Ringdiagramm</vt:lpstr>
      <vt:lpstr>Inhaltsfolie | Tabellenbeispiel</vt:lpstr>
      <vt:lpstr>Inhaltsfolie mit Text | Tabellenbeispiel</vt:lpstr>
      <vt:lpstr>Folie zur freien Gestaltung | Rot</vt:lpstr>
      <vt:lpstr>Folie zur freien Gestaltung | Beispiel: Zeitstrahl</vt:lpstr>
      <vt:lpstr>Folie zur freien Gestaltung | weiß</vt:lpstr>
      <vt:lpstr>Folie zur freien Gestaltung | Beispiel: Zeitstrahl</vt:lpstr>
      <vt:lpstr>Zitatfolie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Willkommen</dc:title>
  <dc:creator>FAU Brand Office</dc:creator>
  <cp:lastModifiedBy>Schardt, Marlena</cp:lastModifiedBy>
  <cp:revision>116</cp:revision>
  <dcterms:created xsi:type="dcterms:W3CDTF">2021-11-18T07:49:57Z</dcterms:created>
  <dcterms:modified xsi:type="dcterms:W3CDTF">2026-03-24T11:16:07Z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0x010100B7C64748B88E4F4A81E78C320064AA18</vt:lpwstr>
  </property>
</Properties>
</file>