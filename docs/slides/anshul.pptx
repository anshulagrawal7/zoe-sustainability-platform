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Phase 4 — Demonstration. Platzhalter: Peffers-Diagramm mit markierter Phase 4. Ich demonstriere die von Marieclaire entworfenen Prinzipien in vier Iterationen und einem Status-quo-Walkthrough.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Mein individueller DSR-Beitrag ist die Instanziierung und Demonstration. Nach Gregor und Hevner (2013) ein Ebene-1-Beitrag — das lauffähige Artefakt als expository instantiation (Gregor &amp; Jones 2007). Ich demonstriere dieselben vier Iterationen wie Marieclaire, aber aus der Wirksamkeits-Perspektive, und bereite die Evaluation nach FEDS vor. Die Design-Begründung je Stufe ist Marieclaires Phase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Wichtige Abgrenzung: Demonstration zeigt, dass das Artefakt das Problem lösen kann; Evaluation (Phase 5) misst, wie gut. Methodisch ist meine Phase die expository instantiation (Gregor &amp; Jones 2007). Ich gehe vier Demonstrations-Iterationen durch — Sichtbarkeit, SDG-Transparenz, Beteiligung und Zielgruppen, Tourist:innen und Community — und schließe mit dem Status quo. Die Reihenfolge ist problemgetrieben gewählt; die echte Entwicklungshistorie (sieben Iterationen) steht im DEVLOG.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demonstriert die Sichtbarkeit (TP1): der zentrale Aktionskatalog und die Detailseite. Persona: jemand findet Aktion X und ihren Fortschritt in wenigen Klicks — das war über das Facebook-Profil vorher nicht möglich. Damit wird DP1 beobachtbar (Belege Simelio-Solà 2021, Tsatsani 2024). Hier die Live-Demo.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2 demonstriert die SDG-Transparenz (TP3): von den SDG-Badges eines Projekts zum Dashboard und zur Transparenzseite. Persona: ein Lehrer will wissen, welche SDGs adressiert werden und was erreicht wurde. Alle Zahlen sind als fiktive Prototyp-Daten gekennzeichnet. Belege: Chokki (Preprint, vorsichtig), Simonofski 2022, Grimmelikhuijsen und Welch 2012.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3 demonstriert Beteiligung und Zielgruppen (TP2 und TP4): eine Idee wird ohne Registrierung eingereicht, und die Oberfläche wird per Tastatur in drei Sprachen bedient. Ehrlich: Die Einreichung wird nicht persistiert (bewusster Scope). Die i18n ist jetzt durchgängig (alle Seiten EN/EL/DE), mit Flaggen-Sprachwechsler und DeepL-Auto-Übersetzung im Admin. Belege: Saldivar, Arana-Catania (2021), die Thiel-Warnung (2016) zur Punkte-Mechanik, Csontos und Heckl, Pontus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4 demonstriert Tourist:innen und Community (TP6): die neue "Get Involved"-Seite mit Initiative-Tabs, der Tourist:innen-Sektion und dem Newsletter-Konzept. Persona: eine Touristin fragt, wie sie als Gast helfen kann. Damit wird DP6 beobachtbar — belegt durch Laksmi (2026) und Vegas Macias (2023, Malta).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Status quo: ein integrierter Walkthrough, der alle vier Iterationen zusammen zeigt. Wichtig ist die Kohärenz — die Prinzipien greifen ineinander: die Tourist:innen-Einbindung (DP6) funktioniert nur, weil der Katalog zentral und gruppiert ist (DP1) und mehrsprachig (DP4). Dabei trenne ich durchgehend gebaut von konzipiert.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Brücke zur Evaluation. Artificial/ex-ante ist machbar: WCAG-Audit (axe + manuell nach Csontos &amp; Heckl), Lighthouse wie bei Tsatsani 2024, heuristischer Walkthrough. Naturalistic/ex-post ist konzipiert: Task-Tests, SUS, Verständnis-/Transparenzmaße — strukturiert nach FEDS (Venable et al. 2016). Übergabe an Phase 5. Vielen Dank — gerne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4: Demonstration</a:t>
            </a:r>
          </a:p>
          <a:p>
            <a:r>
              <a:t>Anshul Agrawal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Beitrag = Instanziierung + Wirksamkeits-Nachweis der Designprinzipien</a:t>
            </a:r>
          </a:p>
          <a:p>
            <a:pPr/>
            <a:r>
              <a:t>Ebene 1 (Gregor &amp; Hevner 2013): lauffähiges Artefakt + expository instantiation (Gregor &amp; Jones 2007)</a:t>
            </a:r>
          </a:p>
          <a:p>
            <a:pPr/>
            <a:r>
              <a:t>Demonstration in 4 Iterationen (TP1, TP3, TP2/4, TP6) -&gt; Status quo</a:t>
            </a:r>
          </a:p>
          <a:p>
            <a:pPr/>
            <a:r>
              <a:t>Brücke zur Evaluation: ex-ante machbar, ex-post nach FEDS konzipiert</a:t>
            </a:r>
          </a:p>
          <a:p>
            <a:pPr/>
            <a:r>
              <a:t>Abgrenzung: Marieclaires Beitrag = Designprinzipien (Phase 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Mein DSR-Beitrag (Phase 4)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Demonstration: zeigt, DASS das Artefakt löst (Versionen/Szenarien); Evaluation (Ph. 5): WIE GUT</a:t>
            </a:r>
          </a:p>
          <a:p>
            <a:pPr/>
            <a:r>
              <a:t>methodisch: expository instantiation (Gregor &amp; Jones 2007)</a:t>
            </a:r>
          </a:p>
          <a:p>
            <a:pPr/>
            <a:r>
              <a:t>Agenda: 4 Demonstrations-Iterationen -&gt; Status quo</a:t>
            </a:r>
          </a:p>
          <a:p>
            <a:pPr/>
            <a:r>
              <a:t>Iter 1 Sichtbarkeit · 2 SDG-Transparenz · 3 Beteiligung &amp; Zielgruppen · 4 Tourist:innen &amp; Community</a:t>
            </a:r>
          </a:p>
          <a:p>
            <a:pPr/>
            <a:r>
              <a:t>Hinweis: Design-Begründung je Stufe = Marieclaires Phase 3; ich zeige, DASS jede Stufe funktioniert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Demonstration? + Agenda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zentraler Aktionskatalog + Detailseite</a:t>
            </a:r>
          </a:p>
          <a:p>
            <a:pPr/>
            <a:r>
              <a:t>Persona: Einwohner:in/Tourist:in findet Aktion X und ihren Fortschritt</a:t>
            </a:r>
          </a:p>
          <a:p>
            <a:pPr/>
            <a:r>
              <a:t>belegt DP1: Simelio-Solà 2021 [A], Tsatsani 2024 [A]</a:t>
            </a:r>
          </a:p>
          <a:p>
            <a:pPr/>
            <a:r>
              <a:t>Hier Live-Demo / Screenshot: Aktionsübersicht + Detailseite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 (Demo): Sichtbarkeit (TP1)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SDG-Dashboard + SDG-Badges + Transparenz-KPIs</a:t>
            </a:r>
          </a:p>
          <a:p>
            <a:pPr/>
            <a:r>
              <a:t>Persona: Lehrer:in — "welche SDGs? welche Wirkung?"</a:t>
            </a:r>
          </a:p>
          <a:p>
            <a:pPr/>
            <a:r>
              <a:t>alle Zahlen klar als fiktive Prototyp-Daten gekennzeichnet</a:t>
            </a:r>
          </a:p>
          <a:p>
            <a:pPr/>
            <a:r>
              <a:t>belegt DP3: Chokki [A, Preprint], Simonofski 2022 [A], Grimmelikhuijsen &amp; Welch 2012 [A]</a:t>
            </a:r>
          </a:p>
          <a:p>
            <a:pPr/>
            <a:r>
              <a:t>Hier Live-Demo / Screenshot: SDG-Dashboard + Transparenz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 (Demo): SDG-Transparenz (TP3)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Einreichung OHNE Account; Sprachumschaltung EN/EL/DE + Tastaturnavigation</a:t>
            </a:r>
          </a:p>
          <a:p>
            <a:pPr/>
            <a:r>
              <a:t>Persona: Anwohner:in reicht Idee ein; Gast mit Screenreader</a:t>
            </a:r>
          </a:p>
          <a:p>
            <a:pPr/>
            <a:r>
              <a:t>ehrliche Grenze: Einreichung nicht persistiert (i18n jetzt durchgängig EN/EL/DE + Flaggen-Switcher + DeepL-Auto-Übersetzung)</a:t>
            </a:r>
          </a:p>
          <a:p>
            <a:pPr/>
            <a:r>
              <a:t>Belege: Saldivar [A], Arana-Catania 2021 [A], Thiel 2016 [B]; Csontos &amp; Heckl [A], Pontus 2021 [A]</a:t>
            </a:r>
          </a:p>
          <a:p>
            <a:pPr/>
            <a:r>
              <a:t>Hier Live-Demo / Screenshot: Formular ohne Account + Sprachumschaltung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 (Demo): Beteiligung &amp; Zielgruppen (TP2/4)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"Get Involved" — Initiative-Tabs + Tourist:innen-Sektion + Newsletter-Konzept</a:t>
            </a:r>
          </a:p>
          <a:p>
            <a:pPr/>
            <a:r>
              <a:t>Persona: Tourist:in — "wie kann ich als Gast helfen?"</a:t>
            </a:r>
          </a:p>
          <a:p>
            <a:pPr/>
            <a:r>
              <a:t>belegt DP6: Laksmi 2026 [A], Vegas Macias 2023 [A]</a:t>
            </a:r>
          </a:p>
          <a:p>
            <a:pPr/>
            <a:r>
              <a:t>Hier Live-Demo / Screenshot: Get-Involved-Seite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 (Demo): Tourist:innen &amp; Community (TP6)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integrierter End-to-End-Walkthrough: alle 4 Iterationen zusammen</a:t>
            </a:r>
          </a:p>
          <a:p>
            <a:pPr/>
            <a:r>
              <a:t>zeigt die Kohärenz der Designprinzipien (sie greifen ineinander)</a:t>
            </a:r>
          </a:p>
          <a:p>
            <a:pPr/>
            <a:r>
              <a:t>gebaut vs. konzipiert sauber getrennt</a:t>
            </a:r>
          </a:p>
          <a:p>
            <a:pPr/>
            <a:r>
              <a:t>Hier Live-Demo / Screenshot: Startseite + Gesamtfluss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Demonstration: Status quo (integriert)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Jetzt machbar (ex-ante/artificial): WCAG-Audit (axe+manuell), Lighthouse (wie Tsatsani 2024), Heuristik</a:t>
            </a:r>
          </a:p>
          <a:p>
            <a:pPr/>
            <a:r>
              <a:t>Konzipiert (ex-post/naturalistic): Task-Tests, SUS, Verständnis-/Transparenz-Maße</a:t>
            </a:r>
          </a:p>
          <a:p>
            <a:pPr/>
            <a:r>
              <a:t>Rahmen: FEDS (Venable et al., 2016) — Human Risk &amp; Effectiveness</a:t>
            </a:r>
          </a:p>
          <a:p>
            <a:pPr/>
            <a:r>
              <a:t>Übergabe an Phase 5 -&gt; Phase 6 (Kommunikation)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Brücke zur Evaluation (Phase 5)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Peffers et al. (2007); Gregor &amp; Jones (2007); Gregor &amp; Hevner (2013); Venable et al. (2016) FEDS</a:t>
            </a:r>
          </a:p>
          <a:p>
            <a:pPr/>
            <a:r>
              <a:t>Simelio-Solà 2021; Tsatsani 2024; Simonofski 2022; Grimmelikhuijsen &amp; Welch 2012</a:t>
            </a:r>
          </a:p>
          <a:p>
            <a:pPr/>
            <a:r>
              <a:t>Saldivar; Arana-Catania 2021; Thiel 2016; Pontus 2021; Vegas Macias 2023; Laksmi 2026</a:t>
            </a:r>
          </a:p>
          <a:p>
            <a:pPr/>
            <a:r>
              <a:t>Vollständig + A/B: docs/literature-review.md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