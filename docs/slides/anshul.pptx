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4"/>
  </p:sldMasterIdLst>
  <p:notesMasterIdLst>
    <p:notesMasterId r:id="rId31"/>
  </p:notesMasterIdLst>
  <p:handoutMasterIdLst>
    <p:handoutMasterId r:id="rId32"/>
  </p:handout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1E42"/>
    <a:srgbClr val="C50F3C"/>
    <a:srgbClr val="971B2F"/>
    <a:srgbClr val="0431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75" autoAdjust="0"/>
    <p:restoredTop sz="94163" autoAdjust="0"/>
  </p:normalViewPr>
  <p:slideViewPr>
    <p:cSldViewPr snapToGrid="0" showGuides="1">
      <p:cViewPr varScale="1">
        <p:scale>
          <a:sx n="116" d="100"/>
          <a:sy n="116" d="100"/>
        </p:scale>
        <p:origin x="307" y="110"/>
      </p:cViewPr>
      <p:guideLst/>
    </p:cSldViewPr>
  </p:slideViewPr>
  <p:outlineViewPr>
    <p:cViewPr>
      <p:scale>
        <a:sx n="33" d="100"/>
        <a:sy n="33" d="100"/>
      </p:scale>
      <p:origin x="0" y="-2784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howGuides="1">
      <p:cViewPr varScale="1">
        <p:scale>
          <a:sx n="80" d="100"/>
          <a:sy n="80" d="100"/>
        </p:scale>
        <p:origin x="3918" y="1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31" Type="http://schemas.openxmlformats.org/officeDocument/2006/relationships/notesMaster" Target="notesMasters/notesMaster1.xml"/><Relationship Id="rId32" Type="http://schemas.openxmlformats.org/officeDocument/2006/relationships/handoutMaster" Target="handoutMasters/handout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02C9555C-46DE-4406-8ABE-45349F5208F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4F3B590-57A4-4D61-9607-3C2EA36AB1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8CE87A-16FF-4C7D-8292-0CB980715C8B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C6DC5A1-1CCC-484A-AB24-DCA2F05D59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4041CFA-48F6-4759-86C7-790FC637E93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2F6222-CCA6-4FA7-88E0-B7BAE53645A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18328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ECA62E-2216-4960-A875-4D2633F4A404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F93703-73BA-47D5-8B02-C172375928D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33144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Titelfolie. Phase 4 — Demonstration. Platzhalter: Peffers-Diagramm mit markierter Phase 4. Ich demonstriere die von Marieclaire entworfenen Prinzipien in vier Iterationen und einem Status-quo-Walkthrough.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Mein individueller DSR-Beitrag ist die Instanziierung und Demonstration. Nach Gregor und Hevner (2013) ein Ebene-1-Beitrag — das lauffähige Artefakt als expository instantiation (Gregor &amp; Jones 2007). Ich demonstriere dieselben vier Iterationen wie Marieclaire, aber aus der Wirksamkeits-Perspektive, und bereite die Evaluation nach FEDS vor. Die Design-Begründung je Stufe ist Marieclaires Phase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Wichtige Abgrenzung: Demonstration zeigt, dass das Artefakt das Problem lösen kann; Evaluation (Phase 5) misst, wie gut. Methodisch ist meine Phase die expository instantiation (Gregor &amp; Jones 2007). Ich gehe vier Demonstrations-Iterationen durch — Sichtbarkeit, SDG-Transparenz, Beteiligung und Zielgruppen, Tourist:innen und Community — und schließe mit dem Status quo. Die Reihenfolge ist problemgetrieben gewählt; die echte Entwicklungshistorie (sieben Iterationen) steht im DEVLOG.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Iteration 1 demonstriert die Sichtbarkeit (TP1): der zentrale Aktionskatalog und die Detailseite. Persona: jemand findet Aktion X und ihren Fortschritt in wenigen Klicks — das war über das Facebook-Profil vorher nicht möglich. Damit wird DP1 beobachtbar (Belege Simelio-Solà 2021, Tsatsani 2024). Hier die Live-Demo.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Iteration 2 demonstriert die SDG-Transparenz (TP3): von den SDG-Badges eines Projekts zum Dashboard und zur Transparenzseite. Persona: ein Lehrer will wissen, welche SDGs adressiert werden und was erreicht wurde. Alle Zahlen sind als fiktive Prototyp-Daten gekennzeichnet. Belege: Chokki (Preprint, vorsichtig), Simonofski 2022, Grimmelikhuijsen und Welch 2012.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Iteration 3 demonstriert Beteiligung und Zielgruppen (TP2 und TP4): eine Idee wird ohne Registrierung eingereicht, und die Oberfläche wird per Tastatur in drei Sprachen bedient. Ehrlich: Die Einreichung wird nicht persistiert (bewusster Scope), und einige Altseiten sind noch nicht durchgängig mehrsprachig. Belege: Saldivar, Arana-Catania (2021), die Thiel-Warnung (2016) zur Punkte-Mechanik, Csontos und Heckl, Pontus (2021).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Iteration 4 demonstriert Tourist:innen und Community (TP6): die neue "Get Involved"-Seite mit Initiative-Tabs, der Tourist:innen-Sektion und dem Newsletter-Konzept. Persona: eine Touristin fragt, wie sie als Gast helfen kann. Damit wird DP6 beobachtbar — belegt durch Laksmi (2026) und Vegas Macias (2023, Malta).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Status quo: ein integrierter Walkthrough, der alle vier Iterationen zusammen zeigt. Wichtig ist die Kohärenz — die Prinzipien greifen ineinander: die Tourist:innen-Einbindung (DP6) funktioniert nur, weil der Katalog zentral und gruppiert ist (DP1) und mehrsprachig (DP4). Dabei trenne ich durchgehend gebaut von konzipiert.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Brücke zur Evaluation. Artificial/ex-ante ist machbar: WCAG-Audit (axe + manuell nach Csontos &amp; Heckl), Lighthouse wie bei Tsatsani 2024, heuristischer Walkthrough. Naturalistic/ex-post ist konzipiert: Task-Tests, SUS, Verständnis-/Transparenzmaße — strukturiert nach FEDS (Venable et al. 2016). Übergabe an Phase 5. Vielen Dank — gerne 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Vollständige Liste mit A/B-Klassifikation in docs/literature-review.md.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bil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1DC1BF-B7B9-4143-AFEB-7D1D6C73E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0163" y="2913731"/>
            <a:ext cx="4979505" cy="1030539"/>
          </a:xfrm>
        </p:spPr>
        <p:txBody>
          <a:bodyPr wrap="none" tIns="0" rIns="0"/>
          <a:lstStyle>
            <a:lvl1pPr algn="l">
              <a:lnSpc>
                <a:spcPct val="110000"/>
              </a:lnSpc>
              <a:defRPr sz="66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Willkommen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29994FB-5DBF-40C3-99B7-BCB45F80FCBA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A67BB0E1-5E7F-46E5-9D87-74249FA80151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735EC3F0-D52F-43D8-9D20-FC4F70B1922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D73E6E84-A759-4118-9971-2B614D3FE504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F1FCC803-A93B-423F-B835-B52876B2721B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94D29247-DB20-40F1-888F-155F9E5ABC8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E32A3F3-E989-43F3-A16F-94173C632533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44D22F83-A0F5-4FE2-9D6C-012542F7E2B8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A2BC1BF-6FE4-4475-BE69-6D37CBD516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88D7DDBE-C865-4F05-B6F5-3E2BBB15FDA7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5BF365C6-4DF1-469F-A081-5BB98147233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A1C573-E95F-4CC5-A4BE-0E74960DBC2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02A35681-195F-407A-BB6C-7E3B4E241132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BF6DC0B3-1B79-4824-B73B-DC9B7AA77A08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439D9EA3-D6F8-4D8A-8C91-B7BCDD4883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EF8776E0-353D-4DBE-918C-2BE4D9ED22C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EB1A981A-C15F-48BC-856D-45BFDE402164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CA1B7D91-52B4-4C4E-9872-DAE627C5BD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DD5301F3-CDC0-4F62-A7F3-64DF1FAFB6C3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C5363AC9-A7FE-4ED9-A4AE-BF1F41479440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A5C058E5-1B77-4F37-8A90-6C2DB0C9F0D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3F3FD432-7B0C-441D-887D-260F088129D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11D3348D-CD05-48E5-89ED-528A62DA8118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8C904B9B-CFB8-4878-BE89-64B7783A68C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C15810B6-1DFF-43DE-849F-E24988A1AC2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FDE3FDD-B76C-49E7-81B4-7302EAE01430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CC2966EC-F4C0-41FC-88ED-2E5F725EA0B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92230FDE-430C-429C-A396-DFCEF2CE147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53056242-C21F-4347-8E6E-305C959935E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A954A2AB-7A1B-4F20-8556-0C283B584BE2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C31D32E9-A207-4C49-AAE0-5A541EE5B5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0027A521-04C3-4807-A55B-38087BBBA70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213" name="Grafik 3">
            <a:extLst>
              <a:ext uri="{FF2B5EF4-FFF2-40B4-BE49-F238E27FC236}">
                <a16:creationId xmlns:a16="http://schemas.microsoft.com/office/drawing/2014/main" id="{1809E430-A4A0-4F14-BD9A-92AA8E11E120}"/>
              </a:ext>
            </a:extLst>
          </p:cNvPr>
          <p:cNvGrpSpPr/>
          <p:nvPr userDrawn="1"/>
        </p:nvGrpSpPr>
        <p:grpSpPr>
          <a:xfrm>
            <a:off x="510639" y="293688"/>
            <a:ext cx="2631832" cy="563562"/>
            <a:chOff x="4011188" y="1936931"/>
            <a:chExt cx="6776742" cy="1451124"/>
          </a:xfrm>
          <a:solidFill>
            <a:schemeClr val="tx1"/>
          </a:solidFill>
        </p:grpSpPr>
        <p:sp>
          <p:nvSpPr>
            <p:cNvPr id="214" name="Freihandform: Form 213">
              <a:extLst>
                <a:ext uri="{FF2B5EF4-FFF2-40B4-BE49-F238E27FC236}">
                  <a16:creationId xmlns:a16="http://schemas.microsoft.com/office/drawing/2014/main" id="{8F6D4EE4-085A-459C-82C9-AF72AB235F3A}"/>
                </a:ext>
              </a:extLst>
            </p:cNvPr>
            <p:cNvSpPr/>
            <p:nvPr/>
          </p:nvSpPr>
          <p:spPr>
            <a:xfrm>
              <a:off x="4034676" y="1955336"/>
              <a:ext cx="203537" cy="324184"/>
            </a:xfrm>
            <a:custGeom>
              <a:avLst/>
              <a:gdLst>
                <a:gd name="connsiteX0" fmla="*/ 203538 w 203537"/>
                <a:gd name="connsiteY0" fmla="*/ 52963 h 324184"/>
                <a:gd name="connsiteX1" fmla="*/ 57561 w 203537"/>
                <a:gd name="connsiteY1" fmla="*/ 52963 h 324184"/>
                <a:gd name="connsiteX2" fmla="*/ 57561 w 203537"/>
                <a:gd name="connsiteY2" fmla="*/ 133551 h 324184"/>
                <a:gd name="connsiteX3" fmla="*/ 166694 w 203537"/>
                <a:gd name="connsiteY3" fmla="*/ 133551 h 324184"/>
                <a:gd name="connsiteX4" fmla="*/ 166694 w 203537"/>
                <a:gd name="connsiteY4" fmla="*/ 186045 h 324184"/>
                <a:gd name="connsiteX5" fmla="*/ 57561 w 203537"/>
                <a:gd name="connsiteY5" fmla="*/ 186045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63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63"/>
                  </a:moveTo>
                  <a:lnTo>
                    <a:pt x="57561" y="52963"/>
                  </a:lnTo>
                  <a:lnTo>
                    <a:pt x="57561" y="133551"/>
                  </a:lnTo>
                  <a:lnTo>
                    <a:pt x="166694" y="133551"/>
                  </a:lnTo>
                  <a:lnTo>
                    <a:pt x="166694" y="186045"/>
                  </a:lnTo>
                  <a:lnTo>
                    <a:pt x="57561" y="186045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14">
              <a:extLst>
                <a:ext uri="{FF2B5EF4-FFF2-40B4-BE49-F238E27FC236}">
                  <a16:creationId xmlns:a16="http://schemas.microsoft.com/office/drawing/2014/main" id="{D1EFA498-5D6C-4949-A057-45EACB161715}"/>
                </a:ext>
              </a:extLst>
            </p:cNvPr>
            <p:cNvSpPr/>
            <p:nvPr/>
          </p:nvSpPr>
          <p:spPr>
            <a:xfrm>
              <a:off x="426950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94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84 w 141832"/>
                <a:gd name="connsiteY7" fmla="*/ 5979 h 240364"/>
                <a:gd name="connsiteX8" fmla="*/ 53884 w 141832"/>
                <a:gd name="connsiteY8" fmla="*/ 35454 h 240364"/>
                <a:gd name="connsiteX9" fmla="*/ 54797 w 141832"/>
                <a:gd name="connsiteY9" fmla="*/ 35454 h 240364"/>
                <a:gd name="connsiteX10" fmla="*/ 116041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800" y="56631"/>
                    <a:pt x="114668" y="53868"/>
                    <a:pt x="102694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84" y="5979"/>
                  </a:lnTo>
                  <a:lnTo>
                    <a:pt x="53884" y="35454"/>
                  </a:lnTo>
                  <a:lnTo>
                    <a:pt x="54797" y="35454"/>
                  </a:lnTo>
                  <a:cubicBezTo>
                    <a:pt x="67232" y="13348"/>
                    <a:pt x="89338" y="0"/>
                    <a:pt x="116041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15">
              <a:extLst>
                <a:ext uri="{FF2B5EF4-FFF2-40B4-BE49-F238E27FC236}">
                  <a16:creationId xmlns:a16="http://schemas.microsoft.com/office/drawing/2014/main" id="{226BEB46-8DDC-4F31-84D5-43C1D428FD87}"/>
                </a:ext>
              </a:extLst>
            </p:cNvPr>
            <p:cNvSpPr/>
            <p:nvPr/>
          </p:nvSpPr>
          <p:spPr>
            <a:xfrm>
              <a:off x="4450268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5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5 w 69542"/>
                <a:gd name="connsiteY8" fmla="*/ 104076 h 338461"/>
                <a:gd name="connsiteX9" fmla="*/ 62175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76" y="0"/>
                    <a:pt x="69543" y="14277"/>
                    <a:pt x="69543" y="33160"/>
                  </a:cubicBezTo>
                  <a:close/>
                  <a:moveTo>
                    <a:pt x="6217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5" y="104076"/>
                  </a:lnTo>
                  <a:lnTo>
                    <a:pt x="6217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7" name="Freihandform: Form 216">
              <a:extLst>
                <a:ext uri="{FF2B5EF4-FFF2-40B4-BE49-F238E27FC236}">
                  <a16:creationId xmlns:a16="http://schemas.microsoft.com/office/drawing/2014/main" id="{24E98491-A86C-43A3-8589-BB48949DBB2B}"/>
                </a:ext>
              </a:extLst>
            </p:cNvPr>
            <p:cNvSpPr/>
            <p:nvPr/>
          </p:nvSpPr>
          <p:spPr>
            <a:xfrm>
              <a:off x="4570153" y="2039148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6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8"/>
                    <a:pt x="83360" y="198924"/>
                    <a:pt x="116511" y="198924"/>
                  </a:cubicBezTo>
                  <a:cubicBezTo>
                    <a:pt x="138157" y="198924"/>
                    <a:pt x="155657" y="190634"/>
                    <a:pt x="174079" y="171291"/>
                  </a:cubicBezTo>
                  <a:lnTo>
                    <a:pt x="208152" y="207214"/>
                  </a:lnTo>
                  <a:cubicBezTo>
                    <a:pt x="181431" y="233465"/>
                    <a:pt x="151495" y="245900"/>
                    <a:pt x="116042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6"/>
                    <a:pt x="109125" y="45126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8" name="Freihandform: Form 217">
              <a:extLst>
                <a:ext uri="{FF2B5EF4-FFF2-40B4-BE49-F238E27FC236}">
                  <a16:creationId xmlns:a16="http://schemas.microsoft.com/office/drawing/2014/main" id="{86586E11-2F38-4E90-98CE-782A08295553}"/>
                </a:ext>
              </a:extLst>
            </p:cNvPr>
            <p:cNvSpPr/>
            <p:nvPr/>
          </p:nvSpPr>
          <p:spPr>
            <a:xfrm>
              <a:off x="4831929" y="1936931"/>
              <a:ext cx="219187" cy="348116"/>
            </a:xfrm>
            <a:custGeom>
              <a:avLst/>
              <a:gdLst>
                <a:gd name="connsiteX0" fmla="*/ 0 w 219187"/>
                <a:gd name="connsiteY0" fmla="*/ 224706 h 348116"/>
                <a:gd name="connsiteX1" fmla="*/ 95317 w 219187"/>
                <a:gd name="connsiteY1" fmla="*/ 102217 h 348116"/>
                <a:gd name="connsiteX2" fmla="*/ 163478 w 219187"/>
                <a:gd name="connsiteY2" fmla="*/ 133986 h 348116"/>
                <a:gd name="connsiteX3" fmla="*/ 164391 w 219187"/>
                <a:gd name="connsiteY3" fmla="*/ 133986 h 348116"/>
                <a:gd name="connsiteX4" fmla="*/ 164391 w 219187"/>
                <a:gd name="connsiteY4" fmla="*/ 13808 h 348116"/>
                <a:gd name="connsiteX5" fmla="*/ 219188 w 219187"/>
                <a:gd name="connsiteY5" fmla="*/ 0 h 348116"/>
                <a:gd name="connsiteX6" fmla="*/ 219188 w 219187"/>
                <a:gd name="connsiteY6" fmla="*/ 342590 h 348116"/>
                <a:gd name="connsiteX7" fmla="*/ 165773 w 219187"/>
                <a:gd name="connsiteY7" fmla="*/ 342590 h 348116"/>
                <a:gd name="connsiteX8" fmla="*/ 165773 w 219187"/>
                <a:gd name="connsiteY8" fmla="*/ 314957 h 348116"/>
                <a:gd name="connsiteX9" fmla="*/ 164851 w 219187"/>
                <a:gd name="connsiteY9" fmla="*/ 314957 h 348116"/>
                <a:gd name="connsiteX10" fmla="*/ 94404 w 219187"/>
                <a:gd name="connsiteY10" fmla="*/ 348117 h 348116"/>
                <a:gd name="connsiteX11" fmla="*/ 0 w 219187"/>
                <a:gd name="connsiteY11" fmla="*/ 224706 h 348116"/>
                <a:gd name="connsiteX12" fmla="*/ 54328 w 219187"/>
                <a:gd name="connsiteY12" fmla="*/ 224706 h 348116"/>
                <a:gd name="connsiteX13" fmla="*/ 108664 w 219187"/>
                <a:gd name="connsiteY13" fmla="*/ 299767 h 348116"/>
                <a:gd name="connsiteX14" fmla="*/ 164383 w 219187"/>
                <a:gd name="connsiteY14" fmla="*/ 268911 h 348116"/>
                <a:gd name="connsiteX15" fmla="*/ 164383 w 219187"/>
                <a:gd name="connsiteY15" fmla="*/ 183265 h 348116"/>
                <a:gd name="connsiteX16" fmla="*/ 108664 w 219187"/>
                <a:gd name="connsiteY16" fmla="*/ 151956 h 348116"/>
                <a:gd name="connsiteX17" fmla="*/ 54328 w 219187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87" h="348116">
                  <a:moveTo>
                    <a:pt x="0" y="224706"/>
                  </a:moveTo>
                  <a:cubicBezTo>
                    <a:pt x="0" y="149185"/>
                    <a:pt x="38217" y="102217"/>
                    <a:pt x="95317" y="102217"/>
                  </a:cubicBezTo>
                  <a:cubicBezTo>
                    <a:pt x="124792" y="102217"/>
                    <a:pt x="147819" y="114643"/>
                    <a:pt x="163478" y="133986"/>
                  </a:cubicBezTo>
                  <a:lnTo>
                    <a:pt x="164391" y="133986"/>
                  </a:lnTo>
                  <a:lnTo>
                    <a:pt x="164391" y="13808"/>
                  </a:lnTo>
                  <a:lnTo>
                    <a:pt x="219188" y="0"/>
                  </a:lnTo>
                  <a:lnTo>
                    <a:pt x="219188" y="342590"/>
                  </a:lnTo>
                  <a:lnTo>
                    <a:pt x="165773" y="342590"/>
                  </a:lnTo>
                  <a:lnTo>
                    <a:pt x="165773" y="314957"/>
                  </a:lnTo>
                  <a:lnTo>
                    <a:pt x="164851" y="314957"/>
                  </a:lnTo>
                  <a:cubicBezTo>
                    <a:pt x="147819" y="335682"/>
                    <a:pt x="123410" y="348117"/>
                    <a:pt x="94404" y="348117"/>
                  </a:cubicBezTo>
                  <a:cubicBezTo>
                    <a:pt x="38677" y="348117"/>
                    <a:pt x="0" y="300689"/>
                    <a:pt x="0" y="224706"/>
                  </a:cubicBezTo>
                  <a:close/>
                  <a:moveTo>
                    <a:pt x="54328" y="224706"/>
                  </a:moveTo>
                  <a:cubicBezTo>
                    <a:pt x="54328" y="272595"/>
                    <a:pt x="74131" y="299767"/>
                    <a:pt x="108664" y="299767"/>
                  </a:cubicBezTo>
                  <a:cubicBezTo>
                    <a:pt x="129849" y="299767"/>
                    <a:pt x="147351" y="289635"/>
                    <a:pt x="164383" y="268911"/>
                  </a:cubicBezTo>
                  <a:lnTo>
                    <a:pt x="164383" y="183265"/>
                  </a:lnTo>
                  <a:cubicBezTo>
                    <a:pt x="148732" y="162088"/>
                    <a:pt x="130762" y="151956"/>
                    <a:pt x="108664" y="151956"/>
                  </a:cubicBezTo>
                  <a:cubicBezTo>
                    <a:pt x="73210" y="151956"/>
                    <a:pt x="54328" y="177739"/>
                    <a:pt x="54328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9" name="Freihandform: Form 218">
              <a:extLst>
                <a:ext uri="{FF2B5EF4-FFF2-40B4-BE49-F238E27FC236}">
                  <a16:creationId xmlns:a16="http://schemas.microsoft.com/office/drawing/2014/main" id="{F67D1AD5-99F8-4263-A1A6-71A982D72E61}"/>
                </a:ext>
              </a:extLst>
            </p:cNvPr>
            <p:cNvSpPr/>
            <p:nvPr/>
          </p:nvSpPr>
          <p:spPr>
            <a:xfrm>
              <a:off x="512248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86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7 w 141832"/>
                <a:gd name="connsiteY9" fmla="*/ 35454 h 240364"/>
                <a:gd name="connsiteX10" fmla="*/ 116033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792" y="56631"/>
                    <a:pt x="114660" y="53868"/>
                    <a:pt x="102686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3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0" name="Freihandform: Form 219">
              <a:extLst>
                <a:ext uri="{FF2B5EF4-FFF2-40B4-BE49-F238E27FC236}">
                  <a16:creationId xmlns:a16="http://schemas.microsoft.com/office/drawing/2014/main" id="{BF8B1A12-11A7-42FF-8F31-2FFE11ECE0C2}"/>
                </a:ext>
              </a:extLst>
            </p:cNvPr>
            <p:cNvSpPr/>
            <p:nvPr/>
          </p:nvSpPr>
          <p:spPr>
            <a:xfrm>
              <a:off x="5303239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1" name="Freihandform: Form 220">
              <a:extLst>
                <a:ext uri="{FF2B5EF4-FFF2-40B4-BE49-F238E27FC236}">
                  <a16:creationId xmlns:a16="http://schemas.microsoft.com/office/drawing/2014/main" id="{5BF2A515-E766-41FF-8C27-C9003567EAC7}"/>
                </a:ext>
              </a:extLst>
            </p:cNvPr>
            <p:cNvSpPr/>
            <p:nvPr/>
          </p:nvSpPr>
          <p:spPr>
            <a:xfrm>
              <a:off x="5424179" y="2039156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2"/>
                    <a:pt x="112809" y="50192"/>
                  </a:cubicBezTo>
                  <a:cubicBezTo>
                    <a:pt x="78277" y="50192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71" y="196161"/>
                    <a:pt x="145509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2" name="Freihandform: Form 221">
              <a:extLst>
                <a:ext uri="{FF2B5EF4-FFF2-40B4-BE49-F238E27FC236}">
                  <a16:creationId xmlns:a16="http://schemas.microsoft.com/office/drawing/2014/main" id="{7F510EBB-F96A-4861-B8B5-E1218516CEB6}"/>
                </a:ext>
              </a:extLst>
            </p:cNvPr>
            <p:cNvSpPr/>
            <p:nvPr/>
          </p:nvSpPr>
          <p:spPr>
            <a:xfrm>
              <a:off x="5668731" y="1936931"/>
              <a:ext cx="201695" cy="342590"/>
            </a:xfrm>
            <a:custGeom>
              <a:avLst/>
              <a:gdLst>
                <a:gd name="connsiteX0" fmla="*/ 201695 w 201695"/>
                <a:gd name="connsiteY0" fmla="*/ 342590 h 342590"/>
                <a:gd name="connsiteX1" fmla="*/ 146898 w 201695"/>
                <a:gd name="connsiteY1" fmla="*/ 342590 h 342590"/>
                <a:gd name="connsiteX2" fmla="*/ 146898 w 201695"/>
                <a:gd name="connsiteY2" fmla="*/ 208587 h 342590"/>
                <a:gd name="connsiteX3" fmla="*/ 103607 w 201695"/>
                <a:gd name="connsiteY3" fmla="*/ 151487 h 342590"/>
                <a:gd name="connsiteX4" fmla="*/ 54797 w 201695"/>
                <a:gd name="connsiteY4" fmla="*/ 208135 h 342590"/>
                <a:gd name="connsiteX5" fmla="*/ 54797 w 201695"/>
                <a:gd name="connsiteY5" fmla="*/ 342590 h 342590"/>
                <a:gd name="connsiteX6" fmla="*/ 0 w 201695"/>
                <a:gd name="connsiteY6" fmla="*/ 342590 h 342590"/>
                <a:gd name="connsiteX7" fmla="*/ 0 w 201695"/>
                <a:gd name="connsiteY7" fmla="*/ 13808 h 342590"/>
                <a:gd name="connsiteX8" fmla="*/ 54797 w 201695"/>
                <a:gd name="connsiteY8" fmla="*/ 0 h 342590"/>
                <a:gd name="connsiteX9" fmla="*/ 54797 w 201695"/>
                <a:gd name="connsiteY9" fmla="*/ 136298 h 342590"/>
                <a:gd name="connsiteX10" fmla="*/ 55718 w 201695"/>
                <a:gd name="connsiteY10" fmla="*/ 136298 h 342590"/>
                <a:gd name="connsiteX11" fmla="*/ 124323 w 201695"/>
                <a:gd name="connsiteY11" fmla="*/ 102225 h 342590"/>
                <a:gd name="connsiteX12" fmla="*/ 201687 w 201695"/>
                <a:gd name="connsiteY12" fmla="*/ 197082 h 342590"/>
                <a:gd name="connsiteX13" fmla="*/ 201687 w 201695"/>
                <a:gd name="connsiteY13" fmla="*/ 342590 h 342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0">
                  <a:moveTo>
                    <a:pt x="201695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297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0"/>
                  </a:lnTo>
                  <a:lnTo>
                    <a:pt x="0" y="342590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3" name="Freihandform: Form 222">
              <a:extLst>
                <a:ext uri="{FF2B5EF4-FFF2-40B4-BE49-F238E27FC236}">
                  <a16:creationId xmlns:a16="http://schemas.microsoft.com/office/drawing/2014/main" id="{F4C5C431-4D27-4E94-8A72-9F5026A0DB92}"/>
                </a:ext>
              </a:extLst>
            </p:cNvPr>
            <p:cNvSpPr/>
            <p:nvPr/>
          </p:nvSpPr>
          <p:spPr>
            <a:xfrm>
              <a:off x="5933312" y="2109603"/>
              <a:ext cx="115120" cy="52033"/>
            </a:xfrm>
            <a:custGeom>
              <a:avLst/>
              <a:gdLst>
                <a:gd name="connsiteX0" fmla="*/ 115121 w 115120"/>
                <a:gd name="connsiteY0" fmla="*/ 52034 h 52033"/>
                <a:gd name="connsiteX1" fmla="*/ 0 w 115120"/>
                <a:gd name="connsiteY1" fmla="*/ 52034 h 52033"/>
                <a:gd name="connsiteX2" fmla="*/ 0 w 115120"/>
                <a:gd name="connsiteY2" fmla="*/ 0 h 52033"/>
                <a:gd name="connsiteX3" fmla="*/ 115121 w 115120"/>
                <a:gd name="connsiteY3" fmla="*/ 0 h 52033"/>
                <a:gd name="connsiteX4" fmla="*/ 115121 w 115120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20" h="52033">
                  <a:moveTo>
                    <a:pt x="115121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1" y="0"/>
                  </a:lnTo>
                  <a:lnTo>
                    <a:pt x="115121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4" name="Freihandform: Form 223">
              <a:extLst>
                <a:ext uri="{FF2B5EF4-FFF2-40B4-BE49-F238E27FC236}">
                  <a16:creationId xmlns:a16="http://schemas.microsoft.com/office/drawing/2014/main" id="{C7807AF4-2931-4060-8651-FAE57D3A1697}"/>
                </a:ext>
              </a:extLst>
            </p:cNvPr>
            <p:cNvSpPr/>
            <p:nvPr/>
          </p:nvSpPr>
          <p:spPr>
            <a:xfrm>
              <a:off x="6076636" y="1955336"/>
              <a:ext cx="302078" cy="324184"/>
            </a:xfrm>
            <a:custGeom>
              <a:avLst/>
              <a:gdLst>
                <a:gd name="connsiteX0" fmla="*/ 120647 w 302078"/>
                <a:gd name="connsiteY0" fmla="*/ 0 h 324184"/>
                <a:gd name="connsiteX1" fmla="*/ 181431 w 302078"/>
                <a:gd name="connsiteY1" fmla="*/ 0 h 324184"/>
                <a:gd name="connsiteX2" fmla="*/ 302079 w 302078"/>
                <a:gd name="connsiteY2" fmla="*/ 324185 h 324184"/>
                <a:gd name="connsiteX3" fmla="*/ 238991 w 302078"/>
                <a:gd name="connsiteY3" fmla="*/ 324185 h 324184"/>
                <a:gd name="connsiteX4" fmla="*/ 215503 w 302078"/>
                <a:gd name="connsiteY4" fmla="*/ 255111 h 324184"/>
                <a:gd name="connsiteX5" fmla="*/ 84732 w 302078"/>
                <a:gd name="connsiteY5" fmla="*/ 255111 h 324184"/>
                <a:gd name="connsiteX6" fmla="*/ 61244 w 302078"/>
                <a:gd name="connsiteY6" fmla="*/ 324185 h 324184"/>
                <a:gd name="connsiteX7" fmla="*/ 0 w 302078"/>
                <a:gd name="connsiteY7" fmla="*/ 324185 h 324184"/>
                <a:gd name="connsiteX8" fmla="*/ 120647 w 302078"/>
                <a:gd name="connsiteY8" fmla="*/ 0 h 324184"/>
                <a:gd name="connsiteX9" fmla="*/ 102686 w 302078"/>
                <a:gd name="connsiteY9" fmla="*/ 203538 h 324184"/>
                <a:gd name="connsiteX10" fmla="*/ 197542 w 302078"/>
                <a:gd name="connsiteY10" fmla="*/ 203538 h 324184"/>
                <a:gd name="connsiteX11" fmla="*/ 150575 w 302078"/>
                <a:gd name="connsiteY11" fmla="*/ 65859 h 324184"/>
                <a:gd name="connsiteX12" fmla="*/ 149654 w 302078"/>
                <a:gd name="connsiteY12" fmla="*/ 65859 h 324184"/>
                <a:gd name="connsiteX13" fmla="*/ 102686 w 302078"/>
                <a:gd name="connsiteY13" fmla="*/ 203538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02078" h="324184">
                  <a:moveTo>
                    <a:pt x="120647" y="0"/>
                  </a:moveTo>
                  <a:lnTo>
                    <a:pt x="181431" y="0"/>
                  </a:lnTo>
                  <a:lnTo>
                    <a:pt x="302079" y="324185"/>
                  </a:lnTo>
                  <a:lnTo>
                    <a:pt x="238991" y="324185"/>
                  </a:lnTo>
                  <a:lnTo>
                    <a:pt x="215503" y="255111"/>
                  </a:lnTo>
                  <a:lnTo>
                    <a:pt x="84732" y="255111"/>
                  </a:lnTo>
                  <a:lnTo>
                    <a:pt x="61244" y="324185"/>
                  </a:lnTo>
                  <a:lnTo>
                    <a:pt x="0" y="324185"/>
                  </a:lnTo>
                  <a:lnTo>
                    <a:pt x="120647" y="0"/>
                  </a:lnTo>
                  <a:close/>
                  <a:moveTo>
                    <a:pt x="102686" y="203538"/>
                  </a:moveTo>
                  <a:lnTo>
                    <a:pt x="197542" y="203538"/>
                  </a:lnTo>
                  <a:lnTo>
                    <a:pt x="150575" y="65859"/>
                  </a:lnTo>
                  <a:lnTo>
                    <a:pt x="149654" y="65859"/>
                  </a:lnTo>
                  <a:lnTo>
                    <a:pt x="102686" y="2035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5" name="Freihandform: Form 224">
              <a:extLst>
                <a:ext uri="{FF2B5EF4-FFF2-40B4-BE49-F238E27FC236}">
                  <a16:creationId xmlns:a16="http://schemas.microsoft.com/office/drawing/2014/main" id="{0A540DAF-3F4A-4E60-AB20-08DE835AAC1F}"/>
                </a:ext>
              </a:extLst>
            </p:cNvPr>
            <p:cNvSpPr/>
            <p:nvPr/>
          </p:nvSpPr>
          <p:spPr>
            <a:xfrm>
              <a:off x="6426787" y="1937383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6" name="Freihandform: Form 225">
              <a:extLst>
                <a:ext uri="{FF2B5EF4-FFF2-40B4-BE49-F238E27FC236}">
                  <a16:creationId xmlns:a16="http://schemas.microsoft.com/office/drawing/2014/main" id="{B740F740-2C9D-4EB2-B492-298181006824}"/>
                </a:ext>
              </a:extLst>
            </p:cNvPr>
            <p:cNvSpPr/>
            <p:nvPr/>
          </p:nvSpPr>
          <p:spPr>
            <a:xfrm>
              <a:off x="6541003" y="2039148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0 w 214130"/>
                <a:gd name="connsiteY3" fmla="*/ 119266 h 245899"/>
                <a:gd name="connsiteX4" fmla="*/ 213209 w 214130"/>
                <a:gd name="connsiteY4" fmla="*/ 141824 h 245899"/>
                <a:gd name="connsiteX5" fmla="*/ 55726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6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0" y="46968"/>
                    <a:pt x="214130" y="119266"/>
                  </a:cubicBezTo>
                  <a:cubicBezTo>
                    <a:pt x="214130" y="127095"/>
                    <a:pt x="213670" y="135385"/>
                    <a:pt x="213209" y="141824"/>
                  </a:cubicBezTo>
                  <a:lnTo>
                    <a:pt x="55726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31" y="233465"/>
                    <a:pt x="151487" y="245900"/>
                    <a:pt x="116033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72" y="65850"/>
                    <a:pt x="139990" y="45126"/>
                    <a:pt x="109134" y="45126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7" name="Freihandform: Form 226">
              <a:extLst>
                <a:ext uri="{FF2B5EF4-FFF2-40B4-BE49-F238E27FC236}">
                  <a16:creationId xmlns:a16="http://schemas.microsoft.com/office/drawing/2014/main" id="{653C23F7-BCC6-448A-B74E-783CC86F6845}"/>
                </a:ext>
              </a:extLst>
            </p:cNvPr>
            <p:cNvSpPr/>
            <p:nvPr/>
          </p:nvSpPr>
          <p:spPr>
            <a:xfrm>
              <a:off x="6784224" y="2045127"/>
              <a:ext cx="224245" cy="234394"/>
            </a:xfrm>
            <a:custGeom>
              <a:avLst/>
              <a:gdLst>
                <a:gd name="connsiteX0" fmla="*/ 224245 w 224245"/>
                <a:gd name="connsiteY0" fmla="*/ 234395 h 234394"/>
                <a:gd name="connsiteX1" fmla="*/ 161619 w 224245"/>
                <a:gd name="connsiteY1" fmla="*/ 234395 h 234394"/>
                <a:gd name="connsiteX2" fmla="*/ 111427 w 224245"/>
                <a:gd name="connsiteY2" fmla="*/ 153346 h 234394"/>
                <a:gd name="connsiteX3" fmla="*/ 110515 w 224245"/>
                <a:gd name="connsiteY3" fmla="*/ 153346 h 234394"/>
                <a:gd name="connsiteX4" fmla="*/ 61697 w 224245"/>
                <a:gd name="connsiteY4" fmla="*/ 234395 h 234394"/>
                <a:gd name="connsiteX5" fmla="*/ 0 w 224245"/>
                <a:gd name="connsiteY5" fmla="*/ 234395 h 234394"/>
                <a:gd name="connsiteX6" fmla="*/ 80119 w 224245"/>
                <a:gd name="connsiteY6" fmla="*/ 112826 h 234394"/>
                <a:gd name="connsiteX7" fmla="*/ 5979 w 224245"/>
                <a:gd name="connsiteY7" fmla="*/ 0 h 234394"/>
                <a:gd name="connsiteX8" fmla="*/ 67684 w 224245"/>
                <a:gd name="connsiteY8" fmla="*/ 0 h 234394"/>
                <a:gd name="connsiteX9" fmla="*/ 111888 w 224245"/>
                <a:gd name="connsiteY9" fmla="*/ 71837 h 234394"/>
                <a:gd name="connsiteX10" fmla="*/ 112801 w 224245"/>
                <a:gd name="connsiteY10" fmla="*/ 71837 h 234394"/>
                <a:gd name="connsiteX11" fmla="*/ 156553 w 224245"/>
                <a:gd name="connsiteY11" fmla="*/ 0 h 234394"/>
                <a:gd name="connsiteX12" fmla="*/ 217337 w 224245"/>
                <a:gd name="connsiteY12" fmla="*/ 0 h 234394"/>
                <a:gd name="connsiteX13" fmla="*/ 143657 w 224245"/>
                <a:gd name="connsiteY13" fmla="*/ 111897 h 234394"/>
                <a:gd name="connsiteX14" fmla="*/ 224245 w 224245"/>
                <a:gd name="connsiteY14" fmla="*/ 234395 h 234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4245" h="234394">
                  <a:moveTo>
                    <a:pt x="224245" y="234395"/>
                  </a:moveTo>
                  <a:lnTo>
                    <a:pt x="161619" y="234395"/>
                  </a:lnTo>
                  <a:lnTo>
                    <a:pt x="111427" y="153346"/>
                  </a:lnTo>
                  <a:lnTo>
                    <a:pt x="110515" y="153346"/>
                  </a:lnTo>
                  <a:lnTo>
                    <a:pt x="61697" y="234395"/>
                  </a:lnTo>
                  <a:lnTo>
                    <a:pt x="0" y="234395"/>
                  </a:lnTo>
                  <a:lnTo>
                    <a:pt x="80119" y="112826"/>
                  </a:lnTo>
                  <a:lnTo>
                    <a:pt x="5979" y="0"/>
                  </a:lnTo>
                  <a:lnTo>
                    <a:pt x="67684" y="0"/>
                  </a:lnTo>
                  <a:lnTo>
                    <a:pt x="111888" y="71837"/>
                  </a:lnTo>
                  <a:lnTo>
                    <a:pt x="112801" y="71837"/>
                  </a:lnTo>
                  <a:lnTo>
                    <a:pt x="156553" y="0"/>
                  </a:lnTo>
                  <a:lnTo>
                    <a:pt x="217337" y="0"/>
                  </a:lnTo>
                  <a:lnTo>
                    <a:pt x="143657" y="111897"/>
                  </a:lnTo>
                  <a:lnTo>
                    <a:pt x="224245" y="23439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8" name="Freihandform: Form 227">
              <a:extLst>
                <a:ext uri="{FF2B5EF4-FFF2-40B4-BE49-F238E27FC236}">
                  <a16:creationId xmlns:a16="http://schemas.microsoft.com/office/drawing/2014/main" id="{1884E293-5900-4629-A460-9B364230A0D1}"/>
                </a:ext>
              </a:extLst>
            </p:cNvPr>
            <p:cNvSpPr/>
            <p:nvPr/>
          </p:nvSpPr>
          <p:spPr>
            <a:xfrm>
              <a:off x="7037149" y="2039148"/>
              <a:ext cx="198924" cy="245899"/>
            </a:xfrm>
            <a:custGeom>
              <a:avLst/>
              <a:gdLst>
                <a:gd name="connsiteX0" fmla="*/ 100835 w 198924"/>
                <a:gd name="connsiteY0" fmla="*/ 94856 h 245899"/>
                <a:gd name="connsiteX1" fmla="*/ 145039 w 198924"/>
                <a:gd name="connsiteY1" fmla="*/ 99922 h 245899"/>
                <a:gd name="connsiteX2" fmla="*/ 145039 w 198924"/>
                <a:gd name="connsiteY2" fmla="*/ 91633 h 245899"/>
                <a:gd name="connsiteX3" fmla="*/ 93466 w 198924"/>
                <a:gd name="connsiteY3" fmla="*/ 46047 h 245899"/>
                <a:gd name="connsiteX4" fmla="*/ 34064 w 198924"/>
                <a:gd name="connsiteY4" fmla="*/ 59402 h 245899"/>
                <a:gd name="connsiteX5" fmla="*/ 22090 w 198924"/>
                <a:gd name="connsiteY5" fmla="*/ 13356 h 245899"/>
                <a:gd name="connsiteX6" fmla="*/ 98993 w 198924"/>
                <a:gd name="connsiteY6" fmla="*/ 0 h 245899"/>
                <a:gd name="connsiteX7" fmla="*/ 198924 w 198924"/>
                <a:gd name="connsiteY7" fmla="*/ 90712 h 245899"/>
                <a:gd name="connsiteX8" fmla="*/ 198924 w 198924"/>
                <a:gd name="connsiteY8" fmla="*/ 240373 h 245899"/>
                <a:gd name="connsiteX9" fmla="*/ 146882 w 198924"/>
                <a:gd name="connsiteY9" fmla="*/ 240373 h 245899"/>
                <a:gd name="connsiteX10" fmla="*/ 146882 w 198924"/>
                <a:gd name="connsiteY10" fmla="*/ 215504 h 245899"/>
                <a:gd name="connsiteX11" fmla="*/ 145969 w 198924"/>
                <a:gd name="connsiteY11" fmla="*/ 215504 h 245899"/>
                <a:gd name="connsiteX12" fmla="*/ 77356 w 198924"/>
                <a:gd name="connsiteY12" fmla="*/ 245900 h 245899"/>
                <a:gd name="connsiteX13" fmla="*/ 0 w 198924"/>
                <a:gd name="connsiteY13" fmla="*/ 171299 h 245899"/>
                <a:gd name="connsiteX14" fmla="*/ 100835 w 198924"/>
                <a:gd name="connsiteY14" fmla="*/ 94856 h 245899"/>
                <a:gd name="connsiteX15" fmla="*/ 91624 w 198924"/>
                <a:gd name="connsiteY15" fmla="*/ 204919 h 245899"/>
                <a:gd name="connsiteX16" fmla="*/ 145039 w 198924"/>
                <a:gd name="connsiteY16" fmla="*/ 176834 h 245899"/>
                <a:gd name="connsiteX17" fmla="*/ 145039 w 198924"/>
                <a:gd name="connsiteY17" fmla="*/ 135845 h 245899"/>
                <a:gd name="connsiteX18" fmla="*/ 106823 w 198924"/>
                <a:gd name="connsiteY18" fmla="*/ 131240 h 245899"/>
                <a:gd name="connsiteX19" fmla="*/ 52486 w 198924"/>
                <a:gd name="connsiteY19" fmla="*/ 169918 h 245899"/>
                <a:gd name="connsiteX20" fmla="*/ 91624 w 198924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4" h="245899">
                  <a:moveTo>
                    <a:pt x="100835" y="94856"/>
                  </a:moveTo>
                  <a:cubicBezTo>
                    <a:pt x="116025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2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46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0" y="204919"/>
                    <a:pt x="129842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9" y="131240"/>
                    <a:pt x="106823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8" y="191563"/>
                    <a:pt x="67684" y="204919"/>
                    <a:pt x="91624" y="204919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9" name="Freihandform: Form 228">
              <a:extLst>
                <a:ext uri="{FF2B5EF4-FFF2-40B4-BE49-F238E27FC236}">
                  <a16:creationId xmlns:a16="http://schemas.microsoft.com/office/drawing/2014/main" id="{623F20C0-5C72-4745-BADF-2EB5DE6FD209}"/>
                </a:ext>
              </a:extLst>
            </p:cNvPr>
            <p:cNvSpPr/>
            <p:nvPr/>
          </p:nvSpPr>
          <p:spPr>
            <a:xfrm>
              <a:off x="7305540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0 w 201695"/>
                <a:gd name="connsiteY1" fmla="*/ 240373 h 240373"/>
                <a:gd name="connsiteX2" fmla="*/ 146890 w 201695"/>
                <a:gd name="connsiteY2" fmla="*/ 106370 h 240373"/>
                <a:gd name="connsiteX3" fmla="*/ 103607 w 201695"/>
                <a:gd name="connsiteY3" fmla="*/ 49270 h 240373"/>
                <a:gd name="connsiteX4" fmla="*/ 54797 w 201695"/>
                <a:gd name="connsiteY4" fmla="*/ 105918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0" y="240373"/>
                  </a:lnTo>
                  <a:lnTo>
                    <a:pt x="146890" y="106370"/>
                  </a:lnTo>
                  <a:cubicBezTo>
                    <a:pt x="146890" y="72298"/>
                    <a:pt x="136767" y="49270"/>
                    <a:pt x="103607" y="49270"/>
                  </a:cubicBezTo>
                  <a:cubicBezTo>
                    <a:pt x="65390" y="49270"/>
                    <a:pt x="54797" y="80588"/>
                    <a:pt x="54797" y="105918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0" name="Freihandform: Form 229">
              <a:extLst>
                <a:ext uri="{FF2B5EF4-FFF2-40B4-BE49-F238E27FC236}">
                  <a16:creationId xmlns:a16="http://schemas.microsoft.com/office/drawing/2014/main" id="{81B2BEC0-46F8-4083-986B-0DCD70E8F6DB}"/>
                </a:ext>
              </a:extLst>
            </p:cNvPr>
            <p:cNvSpPr/>
            <p:nvPr/>
          </p:nvSpPr>
          <p:spPr>
            <a:xfrm>
              <a:off x="7565198" y="1936931"/>
              <a:ext cx="219195" cy="348116"/>
            </a:xfrm>
            <a:custGeom>
              <a:avLst/>
              <a:gdLst>
                <a:gd name="connsiteX0" fmla="*/ 0 w 219195"/>
                <a:gd name="connsiteY0" fmla="*/ 224706 h 348116"/>
                <a:gd name="connsiteX1" fmla="*/ 95325 w 219195"/>
                <a:gd name="connsiteY1" fmla="*/ 102217 h 348116"/>
                <a:gd name="connsiteX2" fmla="*/ 163478 w 219195"/>
                <a:gd name="connsiteY2" fmla="*/ 133986 h 348116"/>
                <a:gd name="connsiteX3" fmla="*/ 164399 w 219195"/>
                <a:gd name="connsiteY3" fmla="*/ 133986 h 348116"/>
                <a:gd name="connsiteX4" fmla="*/ 164399 w 219195"/>
                <a:gd name="connsiteY4" fmla="*/ 13808 h 348116"/>
                <a:gd name="connsiteX5" fmla="*/ 219196 w 219195"/>
                <a:gd name="connsiteY5" fmla="*/ 0 h 348116"/>
                <a:gd name="connsiteX6" fmla="*/ 219196 w 219195"/>
                <a:gd name="connsiteY6" fmla="*/ 342590 h 348116"/>
                <a:gd name="connsiteX7" fmla="*/ 165781 w 219195"/>
                <a:gd name="connsiteY7" fmla="*/ 342590 h 348116"/>
                <a:gd name="connsiteX8" fmla="*/ 165781 w 219195"/>
                <a:gd name="connsiteY8" fmla="*/ 314957 h 348116"/>
                <a:gd name="connsiteX9" fmla="*/ 164859 w 219195"/>
                <a:gd name="connsiteY9" fmla="*/ 314957 h 348116"/>
                <a:gd name="connsiteX10" fmla="*/ 94404 w 219195"/>
                <a:gd name="connsiteY10" fmla="*/ 348117 h 348116"/>
                <a:gd name="connsiteX11" fmla="*/ 0 w 219195"/>
                <a:gd name="connsiteY11" fmla="*/ 224706 h 348116"/>
                <a:gd name="connsiteX12" fmla="*/ 54336 w 219195"/>
                <a:gd name="connsiteY12" fmla="*/ 224706 h 348116"/>
                <a:gd name="connsiteX13" fmla="*/ 108673 w 219195"/>
                <a:gd name="connsiteY13" fmla="*/ 299767 h 348116"/>
                <a:gd name="connsiteX14" fmla="*/ 164391 w 219195"/>
                <a:gd name="connsiteY14" fmla="*/ 268911 h 348116"/>
                <a:gd name="connsiteX15" fmla="*/ 164391 w 219195"/>
                <a:gd name="connsiteY15" fmla="*/ 183265 h 348116"/>
                <a:gd name="connsiteX16" fmla="*/ 108673 w 219195"/>
                <a:gd name="connsiteY16" fmla="*/ 151956 h 348116"/>
                <a:gd name="connsiteX17" fmla="*/ 54336 w 219195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5" h="348116">
                  <a:moveTo>
                    <a:pt x="0" y="224706"/>
                  </a:moveTo>
                  <a:cubicBezTo>
                    <a:pt x="0" y="149185"/>
                    <a:pt x="38217" y="102217"/>
                    <a:pt x="95325" y="102217"/>
                  </a:cubicBezTo>
                  <a:cubicBezTo>
                    <a:pt x="124800" y="102217"/>
                    <a:pt x="147828" y="114643"/>
                    <a:pt x="163478" y="133986"/>
                  </a:cubicBezTo>
                  <a:lnTo>
                    <a:pt x="164399" y="133986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0"/>
                  </a:lnTo>
                  <a:lnTo>
                    <a:pt x="165781" y="342590"/>
                  </a:lnTo>
                  <a:lnTo>
                    <a:pt x="165781" y="314957"/>
                  </a:lnTo>
                  <a:lnTo>
                    <a:pt x="164859" y="314957"/>
                  </a:lnTo>
                  <a:cubicBezTo>
                    <a:pt x="147828" y="335682"/>
                    <a:pt x="123418" y="348117"/>
                    <a:pt x="94404" y="348117"/>
                  </a:cubicBezTo>
                  <a:cubicBezTo>
                    <a:pt x="38686" y="348117"/>
                    <a:pt x="0" y="300689"/>
                    <a:pt x="0" y="224706"/>
                  </a:cubicBezTo>
                  <a:close/>
                  <a:moveTo>
                    <a:pt x="54336" y="224706"/>
                  </a:moveTo>
                  <a:cubicBezTo>
                    <a:pt x="54336" y="272595"/>
                    <a:pt x="74140" y="299767"/>
                    <a:pt x="108673" y="299767"/>
                  </a:cubicBezTo>
                  <a:cubicBezTo>
                    <a:pt x="129850" y="299767"/>
                    <a:pt x="147351" y="289635"/>
                    <a:pt x="164391" y="268911"/>
                  </a:cubicBezTo>
                  <a:lnTo>
                    <a:pt x="164391" y="183265"/>
                  </a:lnTo>
                  <a:cubicBezTo>
                    <a:pt x="148733" y="162088"/>
                    <a:pt x="130771" y="151956"/>
                    <a:pt x="108673" y="151956"/>
                  </a:cubicBezTo>
                  <a:cubicBezTo>
                    <a:pt x="73219" y="151956"/>
                    <a:pt x="54336" y="177739"/>
                    <a:pt x="54336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1" name="Freihandform: Form 230">
              <a:extLst>
                <a:ext uri="{FF2B5EF4-FFF2-40B4-BE49-F238E27FC236}">
                  <a16:creationId xmlns:a16="http://schemas.microsoft.com/office/drawing/2014/main" id="{A81ACECC-FB3B-4FA3-9E6E-79B4642A0158}"/>
                </a:ext>
              </a:extLst>
            </p:cNvPr>
            <p:cNvSpPr/>
            <p:nvPr/>
          </p:nvSpPr>
          <p:spPr>
            <a:xfrm>
              <a:off x="7843881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89 w 214130"/>
                <a:gd name="connsiteY10" fmla="*/ 101765 h 245899"/>
                <a:gd name="connsiteX11" fmla="*/ 161160 w 214130"/>
                <a:gd name="connsiteY11" fmla="*/ 101765 h 245899"/>
                <a:gd name="connsiteX12" fmla="*/ 109125 w 214130"/>
                <a:gd name="connsiteY12" fmla="*/ 45126 h 245899"/>
                <a:gd name="connsiteX13" fmla="*/ 54789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23" y="233465"/>
                    <a:pt x="151496" y="245900"/>
                    <a:pt x="116034" y="245900"/>
                  </a:cubicBezTo>
                  <a:close/>
                  <a:moveTo>
                    <a:pt x="54789" y="101765"/>
                  </a:moveTo>
                  <a:lnTo>
                    <a:pt x="161160" y="101765"/>
                  </a:lnTo>
                  <a:cubicBezTo>
                    <a:pt x="158857" y="65850"/>
                    <a:pt x="139982" y="45126"/>
                    <a:pt x="109125" y="45126"/>
                  </a:cubicBezTo>
                  <a:cubicBezTo>
                    <a:pt x="78738" y="45134"/>
                    <a:pt x="59394" y="65390"/>
                    <a:pt x="54789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2" name="Freihandform: Form 231">
              <a:extLst>
                <a:ext uri="{FF2B5EF4-FFF2-40B4-BE49-F238E27FC236}">
                  <a16:creationId xmlns:a16="http://schemas.microsoft.com/office/drawing/2014/main" id="{39689E31-9B66-44E7-B47F-C666C38FB7EF}"/>
                </a:ext>
              </a:extLst>
            </p:cNvPr>
            <p:cNvSpPr/>
            <p:nvPr/>
          </p:nvSpPr>
          <p:spPr>
            <a:xfrm>
              <a:off x="8117849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86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801" y="56631"/>
                    <a:pt x="114668" y="53868"/>
                    <a:pt x="102686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8" y="35454"/>
                  </a:lnTo>
                  <a:cubicBezTo>
                    <a:pt x="67224" y="13348"/>
                    <a:pt x="89330" y="0"/>
                    <a:pt x="116042" y="0"/>
                  </a:cubicBezTo>
                  <a:cubicBezTo>
                    <a:pt x="123871" y="-8"/>
                    <a:pt x="133534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3" name="Freihandform: Form 232">
              <a:extLst>
                <a:ext uri="{FF2B5EF4-FFF2-40B4-BE49-F238E27FC236}">
                  <a16:creationId xmlns:a16="http://schemas.microsoft.com/office/drawing/2014/main" id="{E38D45FB-93D8-44DA-AE4F-CA723C7C76CB}"/>
                </a:ext>
              </a:extLst>
            </p:cNvPr>
            <p:cNvSpPr/>
            <p:nvPr/>
          </p:nvSpPr>
          <p:spPr>
            <a:xfrm>
              <a:off x="8293771" y="2109603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4" name="Freihandform: Form 233">
              <a:extLst>
                <a:ext uri="{FF2B5EF4-FFF2-40B4-BE49-F238E27FC236}">
                  <a16:creationId xmlns:a16="http://schemas.microsoft.com/office/drawing/2014/main" id="{F690CF57-2C49-4051-84D6-F1216B22B26E}"/>
                </a:ext>
              </a:extLst>
            </p:cNvPr>
            <p:cNvSpPr/>
            <p:nvPr/>
          </p:nvSpPr>
          <p:spPr>
            <a:xfrm>
              <a:off x="8478811" y="1955336"/>
              <a:ext cx="253268" cy="329711"/>
            </a:xfrm>
            <a:custGeom>
              <a:avLst/>
              <a:gdLst>
                <a:gd name="connsiteX0" fmla="*/ 253268 w 253268"/>
                <a:gd name="connsiteY0" fmla="*/ 195708 h 329711"/>
                <a:gd name="connsiteX1" fmla="*/ 126174 w 253268"/>
                <a:gd name="connsiteY1" fmla="*/ 329712 h 329711"/>
                <a:gd name="connsiteX2" fmla="*/ 0 w 253268"/>
                <a:gd name="connsiteY2" fmla="*/ 195708 h 329711"/>
                <a:gd name="connsiteX3" fmla="*/ 0 w 253268"/>
                <a:gd name="connsiteY3" fmla="*/ 0 h 329711"/>
                <a:gd name="connsiteX4" fmla="*/ 58941 w 253268"/>
                <a:gd name="connsiteY4" fmla="*/ 0 h 329711"/>
                <a:gd name="connsiteX5" fmla="*/ 58941 w 253268"/>
                <a:gd name="connsiteY5" fmla="*/ 192485 h 329711"/>
                <a:gd name="connsiteX6" fmla="*/ 128016 w 253268"/>
                <a:gd name="connsiteY6" fmla="*/ 274446 h 329711"/>
                <a:gd name="connsiteX7" fmla="*/ 194795 w 253268"/>
                <a:gd name="connsiteY7" fmla="*/ 192485 h 329711"/>
                <a:gd name="connsiteX8" fmla="*/ 194795 w 253268"/>
                <a:gd name="connsiteY8" fmla="*/ 0 h 329711"/>
                <a:gd name="connsiteX9" fmla="*/ 253268 w 253268"/>
                <a:gd name="connsiteY9" fmla="*/ 0 h 329711"/>
                <a:gd name="connsiteX10" fmla="*/ 253268 w 253268"/>
                <a:gd name="connsiteY10" fmla="*/ 195708 h 329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268" h="329711">
                  <a:moveTo>
                    <a:pt x="253268" y="195708"/>
                  </a:moveTo>
                  <a:cubicBezTo>
                    <a:pt x="253268" y="273993"/>
                    <a:pt x="213209" y="329712"/>
                    <a:pt x="126174" y="329712"/>
                  </a:cubicBezTo>
                  <a:cubicBezTo>
                    <a:pt x="39599" y="329712"/>
                    <a:pt x="0" y="274446"/>
                    <a:pt x="0" y="195708"/>
                  </a:cubicBezTo>
                  <a:lnTo>
                    <a:pt x="0" y="0"/>
                  </a:lnTo>
                  <a:lnTo>
                    <a:pt x="58941" y="0"/>
                  </a:lnTo>
                  <a:lnTo>
                    <a:pt x="58941" y="192485"/>
                  </a:lnTo>
                  <a:cubicBezTo>
                    <a:pt x="58941" y="241294"/>
                    <a:pt x="80127" y="274446"/>
                    <a:pt x="128016" y="274446"/>
                  </a:cubicBezTo>
                  <a:cubicBezTo>
                    <a:pt x="175913" y="274446"/>
                    <a:pt x="194795" y="241755"/>
                    <a:pt x="194795" y="192485"/>
                  </a:cubicBezTo>
                  <a:lnTo>
                    <a:pt x="194795" y="0"/>
                  </a:lnTo>
                  <a:lnTo>
                    <a:pt x="253268" y="0"/>
                  </a:lnTo>
                  <a:lnTo>
                    <a:pt x="253268" y="19570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5" name="Freihandform: Form 234">
              <a:extLst>
                <a:ext uri="{FF2B5EF4-FFF2-40B4-BE49-F238E27FC236}">
                  <a16:creationId xmlns:a16="http://schemas.microsoft.com/office/drawing/2014/main" id="{9FC1199D-1BE6-423F-ADAC-1B7CBAF1DB91}"/>
                </a:ext>
              </a:extLst>
            </p:cNvPr>
            <p:cNvSpPr/>
            <p:nvPr/>
          </p:nvSpPr>
          <p:spPr>
            <a:xfrm>
              <a:off x="8804838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8 w 201695"/>
                <a:gd name="connsiteY1" fmla="*/ 240373 h 240373"/>
                <a:gd name="connsiteX2" fmla="*/ 146898 w 201695"/>
                <a:gd name="connsiteY2" fmla="*/ 106370 h 240373"/>
                <a:gd name="connsiteX3" fmla="*/ 103607 w 201695"/>
                <a:gd name="connsiteY3" fmla="*/ 49270 h 240373"/>
                <a:gd name="connsiteX4" fmla="*/ 54798 w 201695"/>
                <a:gd name="connsiteY4" fmla="*/ 105918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8" y="240373"/>
                  </a:lnTo>
                  <a:lnTo>
                    <a:pt x="146898" y="106370"/>
                  </a:lnTo>
                  <a:cubicBezTo>
                    <a:pt x="146898" y="72298"/>
                    <a:pt x="136767" y="49270"/>
                    <a:pt x="103607" y="49270"/>
                  </a:cubicBezTo>
                  <a:cubicBezTo>
                    <a:pt x="65390" y="49270"/>
                    <a:pt x="54798" y="80588"/>
                    <a:pt x="54798" y="105918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6" name="Freihandform: Form 235">
              <a:extLst>
                <a:ext uri="{FF2B5EF4-FFF2-40B4-BE49-F238E27FC236}">
                  <a16:creationId xmlns:a16="http://schemas.microsoft.com/office/drawing/2014/main" id="{E7191C5F-FC93-4748-9A11-EDA7A6612882}"/>
                </a:ext>
              </a:extLst>
            </p:cNvPr>
            <p:cNvSpPr/>
            <p:nvPr/>
          </p:nvSpPr>
          <p:spPr>
            <a:xfrm>
              <a:off x="9068273" y="1941059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2 w 69534"/>
                <a:gd name="connsiteY1" fmla="*/ 66311 h 338461"/>
                <a:gd name="connsiteX2" fmla="*/ 0 w 69534"/>
                <a:gd name="connsiteY2" fmla="*/ 33160 h 338461"/>
                <a:gd name="connsiteX3" fmla="*/ 34532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2" y="66311"/>
                  </a:cubicBezTo>
                  <a:cubicBezTo>
                    <a:pt x="15649" y="66311"/>
                    <a:pt x="0" y="52503"/>
                    <a:pt x="0" y="33160"/>
                  </a:cubicBezTo>
                  <a:cubicBezTo>
                    <a:pt x="0" y="14277"/>
                    <a:pt x="15649" y="0"/>
                    <a:pt x="34532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7" name="Freihandform: Form 236">
              <a:extLst>
                <a:ext uri="{FF2B5EF4-FFF2-40B4-BE49-F238E27FC236}">
                  <a16:creationId xmlns:a16="http://schemas.microsoft.com/office/drawing/2014/main" id="{4361EF3F-FE70-4257-87A6-E598180320B3}"/>
                </a:ext>
              </a:extLst>
            </p:cNvPr>
            <p:cNvSpPr/>
            <p:nvPr/>
          </p:nvSpPr>
          <p:spPr>
            <a:xfrm>
              <a:off x="9176921" y="2045135"/>
              <a:ext cx="227478" cy="234386"/>
            </a:xfrm>
            <a:custGeom>
              <a:avLst/>
              <a:gdLst>
                <a:gd name="connsiteX0" fmla="*/ 227478 w 227478"/>
                <a:gd name="connsiteY0" fmla="*/ 0 h 234386"/>
                <a:gd name="connsiteX1" fmla="*/ 142284 w 227478"/>
                <a:gd name="connsiteY1" fmla="*/ 234386 h 234386"/>
                <a:gd name="connsiteX2" fmla="*/ 85185 w 227478"/>
                <a:gd name="connsiteY2" fmla="*/ 234386 h 234386"/>
                <a:gd name="connsiteX3" fmla="*/ 0 w 227478"/>
                <a:gd name="connsiteY3" fmla="*/ 0 h 234386"/>
                <a:gd name="connsiteX4" fmla="*/ 60323 w 227478"/>
                <a:gd name="connsiteY4" fmla="*/ 0 h 234386"/>
                <a:gd name="connsiteX5" fmla="*/ 114199 w 227478"/>
                <a:gd name="connsiteY5" fmla="*/ 170387 h 234386"/>
                <a:gd name="connsiteX6" fmla="*/ 115120 w 227478"/>
                <a:gd name="connsiteY6" fmla="*/ 170387 h 234386"/>
                <a:gd name="connsiteX7" fmla="*/ 168997 w 227478"/>
                <a:gd name="connsiteY7" fmla="*/ 0 h 234386"/>
                <a:gd name="connsiteX8" fmla="*/ 227478 w 227478"/>
                <a:gd name="connsiteY8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7478" h="234386">
                  <a:moveTo>
                    <a:pt x="227478" y="0"/>
                  </a:moveTo>
                  <a:lnTo>
                    <a:pt x="142284" y="234386"/>
                  </a:lnTo>
                  <a:lnTo>
                    <a:pt x="85185" y="234386"/>
                  </a:lnTo>
                  <a:lnTo>
                    <a:pt x="0" y="0"/>
                  </a:lnTo>
                  <a:lnTo>
                    <a:pt x="60323" y="0"/>
                  </a:lnTo>
                  <a:lnTo>
                    <a:pt x="114199" y="170387"/>
                  </a:lnTo>
                  <a:lnTo>
                    <a:pt x="115120" y="170387"/>
                  </a:lnTo>
                  <a:lnTo>
                    <a:pt x="168997" y="0"/>
                  </a:lnTo>
                  <a:lnTo>
                    <a:pt x="227478" y="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8" name="Freihandform: Form 237">
              <a:extLst>
                <a:ext uri="{FF2B5EF4-FFF2-40B4-BE49-F238E27FC236}">
                  <a16:creationId xmlns:a16="http://schemas.microsoft.com/office/drawing/2014/main" id="{C6AB41A3-EE45-4F8B-8561-4F2BFDDA1013}"/>
                </a:ext>
              </a:extLst>
            </p:cNvPr>
            <p:cNvSpPr/>
            <p:nvPr/>
          </p:nvSpPr>
          <p:spPr>
            <a:xfrm>
              <a:off x="9429904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27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8 w 214130"/>
                <a:gd name="connsiteY10" fmla="*/ 101765 h 245899"/>
                <a:gd name="connsiteX11" fmla="*/ 161168 w 214130"/>
                <a:gd name="connsiteY11" fmla="*/ 101765 h 245899"/>
                <a:gd name="connsiteX12" fmla="*/ 109134 w 214130"/>
                <a:gd name="connsiteY12" fmla="*/ 45126 h 245899"/>
                <a:gd name="connsiteX13" fmla="*/ 5479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500" y="245900"/>
                    <a:pt x="0" y="196621"/>
                    <a:pt x="0" y="122489"/>
                  </a:cubicBezTo>
                  <a:cubicBezTo>
                    <a:pt x="0" y="49739"/>
                    <a:pt x="44666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27" y="141824"/>
                  </a:lnTo>
                  <a:cubicBezTo>
                    <a:pt x="61714" y="178208"/>
                    <a:pt x="83352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31" y="233465"/>
                    <a:pt x="151488" y="245900"/>
                    <a:pt x="116034" y="245900"/>
                  </a:cubicBezTo>
                  <a:close/>
                  <a:moveTo>
                    <a:pt x="54798" y="101765"/>
                  </a:moveTo>
                  <a:lnTo>
                    <a:pt x="161168" y="101765"/>
                  </a:lnTo>
                  <a:cubicBezTo>
                    <a:pt x="158873" y="65850"/>
                    <a:pt x="139990" y="45126"/>
                    <a:pt x="109134" y="45126"/>
                  </a:cubicBezTo>
                  <a:cubicBezTo>
                    <a:pt x="78738" y="45134"/>
                    <a:pt x="59394" y="65390"/>
                    <a:pt x="54798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9" name="Freihandform: Form 238">
              <a:extLst>
                <a:ext uri="{FF2B5EF4-FFF2-40B4-BE49-F238E27FC236}">
                  <a16:creationId xmlns:a16="http://schemas.microsoft.com/office/drawing/2014/main" id="{3FC3A2DF-C2B1-4B25-B534-F5E1D59A3F0F}"/>
                </a:ext>
              </a:extLst>
            </p:cNvPr>
            <p:cNvSpPr/>
            <p:nvPr/>
          </p:nvSpPr>
          <p:spPr>
            <a:xfrm>
              <a:off x="9703872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94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7 w 141832"/>
                <a:gd name="connsiteY7" fmla="*/ 5979 h 240364"/>
                <a:gd name="connsiteX8" fmla="*/ 53877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793" y="56631"/>
                    <a:pt x="114669" y="53868"/>
                    <a:pt x="102694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7" y="5979"/>
                  </a:lnTo>
                  <a:lnTo>
                    <a:pt x="53877" y="35454"/>
                  </a:lnTo>
                  <a:lnTo>
                    <a:pt x="54798" y="35454"/>
                  </a:lnTo>
                  <a:cubicBezTo>
                    <a:pt x="67224" y="13348"/>
                    <a:pt x="89331" y="0"/>
                    <a:pt x="116042" y="0"/>
                  </a:cubicBezTo>
                  <a:cubicBezTo>
                    <a:pt x="123872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0" name="Freihandform: Form 239">
              <a:extLst>
                <a:ext uri="{FF2B5EF4-FFF2-40B4-BE49-F238E27FC236}">
                  <a16:creationId xmlns:a16="http://schemas.microsoft.com/office/drawing/2014/main" id="{E566DD13-4817-4C91-96FC-CBC0466BB0D8}"/>
                </a:ext>
              </a:extLst>
            </p:cNvPr>
            <p:cNvSpPr/>
            <p:nvPr/>
          </p:nvSpPr>
          <p:spPr>
            <a:xfrm>
              <a:off x="9871287" y="2039148"/>
              <a:ext cx="180510" cy="245891"/>
            </a:xfrm>
            <a:custGeom>
              <a:avLst/>
              <a:gdLst>
                <a:gd name="connsiteX0" fmla="*/ 26234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2 h 245891"/>
                <a:gd name="connsiteX11" fmla="*/ 0 w 180510"/>
                <a:gd name="connsiteY11" fmla="*/ 217337 h 245891"/>
                <a:gd name="connsiteX12" fmla="*/ 26234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4" y="174063"/>
                  </a:moveTo>
                  <a:cubicBezTo>
                    <a:pt x="49261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82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2"/>
                    <a:pt x="90251" y="245892"/>
                  </a:cubicBezTo>
                  <a:cubicBezTo>
                    <a:pt x="58941" y="245892"/>
                    <a:pt x="27172" y="236220"/>
                    <a:pt x="0" y="217337"/>
                  </a:cubicBezTo>
                  <a:lnTo>
                    <a:pt x="26234" y="1740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1" name="Freihandform: Form 240">
              <a:extLst>
                <a:ext uri="{FF2B5EF4-FFF2-40B4-BE49-F238E27FC236}">
                  <a16:creationId xmlns:a16="http://schemas.microsoft.com/office/drawing/2014/main" id="{821DC2DB-ABD3-4652-A841-4D1E6F29828B}"/>
                </a:ext>
              </a:extLst>
            </p:cNvPr>
            <p:cNvSpPr/>
            <p:nvPr/>
          </p:nvSpPr>
          <p:spPr>
            <a:xfrm>
              <a:off x="10103018" y="1941059"/>
              <a:ext cx="69535" cy="338461"/>
            </a:xfrm>
            <a:custGeom>
              <a:avLst/>
              <a:gdLst>
                <a:gd name="connsiteX0" fmla="*/ 69535 w 69535"/>
                <a:gd name="connsiteY0" fmla="*/ 33160 h 338461"/>
                <a:gd name="connsiteX1" fmla="*/ 34533 w 69535"/>
                <a:gd name="connsiteY1" fmla="*/ 66311 h 338461"/>
                <a:gd name="connsiteX2" fmla="*/ 0 w 69535"/>
                <a:gd name="connsiteY2" fmla="*/ 33160 h 338461"/>
                <a:gd name="connsiteX3" fmla="*/ 34533 w 69535"/>
                <a:gd name="connsiteY3" fmla="*/ 0 h 338461"/>
                <a:gd name="connsiteX4" fmla="*/ 69535 w 69535"/>
                <a:gd name="connsiteY4" fmla="*/ 33160 h 338461"/>
                <a:gd name="connsiteX5" fmla="*/ 62166 w 69535"/>
                <a:gd name="connsiteY5" fmla="*/ 338462 h 338461"/>
                <a:gd name="connsiteX6" fmla="*/ 7369 w 69535"/>
                <a:gd name="connsiteY6" fmla="*/ 338462 h 338461"/>
                <a:gd name="connsiteX7" fmla="*/ 7369 w 69535"/>
                <a:gd name="connsiteY7" fmla="*/ 104076 h 338461"/>
                <a:gd name="connsiteX8" fmla="*/ 62166 w 69535"/>
                <a:gd name="connsiteY8" fmla="*/ 104076 h 338461"/>
                <a:gd name="connsiteX9" fmla="*/ 62166 w 69535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5" h="338461">
                  <a:moveTo>
                    <a:pt x="69535" y="33160"/>
                  </a:moveTo>
                  <a:cubicBezTo>
                    <a:pt x="69535" y="52503"/>
                    <a:pt x="53877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7" y="0"/>
                    <a:pt x="69535" y="14277"/>
                    <a:pt x="69535" y="33160"/>
                  </a:cubicBezTo>
                  <a:close/>
                  <a:moveTo>
                    <a:pt x="62166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6" y="104076"/>
                  </a:lnTo>
                  <a:lnTo>
                    <a:pt x="62166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2" name="Freihandform: Form 241">
              <a:extLst>
                <a:ext uri="{FF2B5EF4-FFF2-40B4-BE49-F238E27FC236}">
                  <a16:creationId xmlns:a16="http://schemas.microsoft.com/office/drawing/2014/main" id="{2A137A4D-DCD1-498A-9B30-BA8A264D1628}"/>
                </a:ext>
              </a:extLst>
            </p:cNvPr>
            <p:cNvSpPr/>
            <p:nvPr/>
          </p:nvSpPr>
          <p:spPr>
            <a:xfrm>
              <a:off x="10211675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3" name="Freihandform: Form 242">
              <a:extLst>
                <a:ext uri="{FF2B5EF4-FFF2-40B4-BE49-F238E27FC236}">
                  <a16:creationId xmlns:a16="http://schemas.microsoft.com/office/drawing/2014/main" id="{67736D99-481F-43E1-A439-6D53814FD4AF}"/>
                </a:ext>
              </a:extLst>
            </p:cNvPr>
            <p:cNvSpPr/>
            <p:nvPr/>
          </p:nvSpPr>
          <p:spPr>
            <a:xfrm>
              <a:off x="10400449" y="1944744"/>
              <a:ext cx="198923" cy="340304"/>
            </a:xfrm>
            <a:custGeom>
              <a:avLst/>
              <a:gdLst>
                <a:gd name="connsiteX0" fmla="*/ 100835 w 198923"/>
                <a:gd name="connsiteY0" fmla="*/ 189261 h 340304"/>
                <a:gd name="connsiteX1" fmla="*/ 145040 w 198923"/>
                <a:gd name="connsiteY1" fmla="*/ 194327 h 340304"/>
                <a:gd name="connsiteX2" fmla="*/ 145040 w 198923"/>
                <a:gd name="connsiteY2" fmla="*/ 186037 h 340304"/>
                <a:gd name="connsiteX3" fmla="*/ 93466 w 198923"/>
                <a:gd name="connsiteY3" fmla="*/ 140451 h 340304"/>
                <a:gd name="connsiteX4" fmla="*/ 34064 w 198923"/>
                <a:gd name="connsiteY4" fmla="*/ 153807 h 340304"/>
                <a:gd name="connsiteX5" fmla="*/ 22090 w 198923"/>
                <a:gd name="connsiteY5" fmla="*/ 107760 h 340304"/>
                <a:gd name="connsiteX6" fmla="*/ 98993 w 198923"/>
                <a:gd name="connsiteY6" fmla="*/ 94404 h 340304"/>
                <a:gd name="connsiteX7" fmla="*/ 198924 w 198923"/>
                <a:gd name="connsiteY7" fmla="*/ 185116 h 340304"/>
                <a:gd name="connsiteX8" fmla="*/ 198924 w 198923"/>
                <a:gd name="connsiteY8" fmla="*/ 334778 h 340304"/>
                <a:gd name="connsiteX9" fmla="*/ 146882 w 198923"/>
                <a:gd name="connsiteY9" fmla="*/ 334778 h 340304"/>
                <a:gd name="connsiteX10" fmla="*/ 146882 w 198923"/>
                <a:gd name="connsiteY10" fmla="*/ 309908 h 340304"/>
                <a:gd name="connsiteX11" fmla="*/ 145969 w 198923"/>
                <a:gd name="connsiteY11" fmla="*/ 309908 h 340304"/>
                <a:gd name="connsiteX12" fmla="*/ 77356 w 198923"/>
                <a:gd name="connsiteY12" fmla="*/ 340304 h 340304"/>
                <a:gd name="connsiteX13" fmla="*/ 0 w 198923"/>
                <a:gd name="connsiteY13" fmla="*/ 265703 h 340304"/>
                <a:gd name="connsiteX14" fmla="*/ 100835 w 198923"/>
                <a:gd name="connsiteY14" fmla="*/ 189261 h 340304"/>
                <a:gd name="connsiteX15" fmla="*/ 56170 w 198923"/>
                <a:gd name="connsiteY15" fmla="*/ 64008 h 340304"/>
                <a:gd name="connsiteX16" fmla="*/ 23480 w 198923"/>
                <a:gd name="connsiteY16" fmla="*/ 32238 h 340304"/>
                <a:gd name="connsiteX17" fmla="*/ 56170 w 198923"/>
                <a:gd name="connsiteY17" fmla="*/ 0 h 340304"/>
                <a:gd name="connsiteX18" fmla="*/ 88861 w 198923"/>
                <a:gd name="connsiteY18" fmla="*/ 32238 h 340304"/>
                <a:gd name="connsiteX19" fmla="*/ 56170 w 198923"/>
                <a:gd name="connsiteY19" fmla="*/ 64008 h 340304"/>
                <a:gd name="connsiteX20" fmla="*/ 91624 w 198923"/>
                <a:gd name="connsiteY20" fmla="*/ 299324 h 340304"/>
                <a:gd name="connsiteX21" fmla="*/ 145040 w 198923"/>
                <a:gd name="connsiteY21" fmla="*/ 271238 h 340304"/>
                <a:gd name="connsiteX22" fmla="*/ 145040 w 198923"/>
                <a:gd name="connsiteY22" fmla="*/ 230250 h 340304"/>
                <a:gd name="connsiteX23" fmla="*/ 106823 w 198923"/>
                <a:gd name="connsiteY23" fmla="*/ 225644 h 340304"/>
                <a:gd name="connsiteX24" fmla="*/ 52486 w 198923"/>
                <a:gd name="connsiteY24" fmla="*/ 264322 h 340304"/>
                <a:gd name="connsiteX25" fmla="*/ 91624 w 198923"/>
                <a:gd name="connsiteY25" fmla="*/ 299324 h 340304"/>
                <a:gd name="connsiteX26" fmla="*/ 151948 w 198923"/>
                <a:gd name="connsiteY26" fmla="*/ 64008 h 340304"/>
                <a:gd name="connsiteX27" fmla="*/ 119258 w 198923"/>
                <a:gd name="connsiteY27" fmla="*/ 32238 h 340304"/>
                <a:gd name="connsiteX28" fmla="*/ 151948 w 198923"/>
                <a:gd name="connsiteY28" fmla="*/ 0 h 340304"/>
                <a:gd name="connsiteX29" fmla="*/ 184639 w 198923"/>
                <a:gd name="connsiteY29" fmla="*/ 32238 h 340304"/>
                <a:gd name="connsiteX30" fmla="*/ 151948 w 198923"/>
                <a:gd name="connsiteY30" fmla="*/ 64008 h 340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98923" h="340304">
                  <a:moveTo>
                    <a:pt x="100835" y="189261"/>
                  </a:moveTo>
                  <a:cubicBezTo>
                    <a:pt x="116026" y="189261"/>
                    <a:pt x="129851" y="190182"/>
                    <a:pt x="145040" y="194327"/>
                  </a:cubicBezTo>
                  <a:lnTo>
                    <a:pt x="145040" y="186037"/>
                  </a:lnTo>
                  <a:cubicBezTo>
                    <a:pt x="145040" y="156109"/>
                    <a:pt x="127539" y="140451"/>
                    <a:pt x="93466" y="140451"/>
                  </a:cubicBezTo>
                  <a:cubicBezTo>
                    <a:pt x="74584" y="140451"/>
                    <a:pt x="53407" y="145056"/>
                    <a:pt x="34064" y="153807"/>
                  </a:cubicBezTo>
                  <a:lnTo>
                    <a:pt x="22090" y="107760"/>
                  </a:lnTo>
                  <a:cubicBezTo>
                    <a:pt x="43727" y="99470"/>
                    <a:pt x="72282" y="94404"/>
                    <a:pt x="98993" y="94404"/>
                  </a:cubicBezTo>
                  <a:cubicBezTo>
                    <a:pt x="164844" y="94404"/>
                    <a:pt x="198924" y="125261"/>
                    <a:pt x="198924" y="185116"/>
                  </a:cubicBezTo>
                  <a:lnTo>
                    <a:pt x="198924" y="334778"/>
                  </a:lnTo>
                  <a:lnTo>
                    <a:pt x="146882" y="334778"/>
                  </a:lnTo>
                  <a:lnTo>
                    <a:pt x="146882" y="309908"/>
                  </a:lnTo>
                  <a:lnTo>
                    <a:pt x="145969" y="309908"/>
                  </a:lnTo>
                  <a:cubicBezTo>
                    <a:pt x="125705" y="330633"/>
                    <a:pt x="104528" y="340304"/>
                    <a:pt x="77356" y="340304"/>
                  </a:cubicBezTo>
                  <a:cubicBezTo>
                    <a:pt x="30388" y="340304"/>
                    <a:pt x="0" y="311290"/>
                    <a:pt x="0" y="265703"/>
                  </a:cubicBezTo>
                  <a:cubicBezTo>
                    <a:pt x="-8" y="215973"/>
                    <a:pt x="35446" y="189261"/>
                    <a:pt x="100835" y="189261"/>
                  </a:cubicBezTo>
                  <a:close/>
                  <a:moveTo>
                    <a:pt x="56170" y="64008"/>
                  </a:moveTo>
                  <a:cubicBezTo>
                    <a:pt x="38670" y="64008"/>
                    <a:pt x="23480" y="49270"/>
                    <a:pt x="23480" y="32238"/>
                  </a:cubicBezTo>
                  <a:cubicBezTo>
                    <a:pt x="23480" y="15198"/>
                    <a:pt x="38670" y="0"/>
                    <a:pt x="56170" y="0"/>
                  </a:cubicBezTo>
                  <a:cubicBezTo>
                    <a:pt x="73671" y="0"/>
                    <a:pt x="88861" y="15190"/>
                    <a:pt x="88861" y="32238"/>
                  </a:cubicBezTo>
                  <a:cubicBezTo>
                    <a:pt x="88861" y="49270"/>
                    <a:pt x="73671" y="64008"/>
                    <a:pt x="56170" y="64008"/>
                  </a:cubicBezTo>
                  <a:close/>
                  <a:moveTo>
                    <a:pt x="91624" y="299324"/>
                  </a:moveTo>
                  <a:cubicBezTo>
                    <a:pt x="111420" y="299324"/>
                    <a:pt x="129841" y="289652"/>
                    <a:pt x="145040" y="271238"/>
                  </a:cubicBezTo>
                  <a:lnTo>
                    <a:pt x="145040" y="230250"/>
                  </a:lnTo>
                  <a:cubicBezTo>
                    <a:pt x="132144" y="227026"/>
                    <a:pt x="118789" y="225644"/>
                    <a:pt x="106823" y="225644"/>
                  </a:cubicBezTo>
                  <a:cubicBezTo>
                    <a:pt x="72290" y="225644"/>
                    <a:pt x="52486" y="239452"/>
                    <a:pt x="52486" y="264322"/>
                  </a:cubicBezTo>
                  <a:cubicBezTo>
                    <a:pt x="52477" y="285968"/>
                    <a:pt x="67684" y="299324"/>
                    <a:pt x="91624" y="299324"/>
                  </a:cubicBezTo>
                  <a:close/>
                  <a:moveTo>
                    <a:pt x="151948" y="64008"/>
                  </a:moveTo>
                  <a:cubicBezTo>
                    <a:pt x="134447" y="64008"/>
                    <a:pt x="119258" y="49270"/>
                    <a:pt x="119258" y="32238"/>
                  </a:cubicBezTo>
                  <a:cubicBezTo>
                    <a:pt x="119258" y="15198"/>
                    <a:pt x="134447" y="0"/>
                    <a:pt x="151948" y="0"/>
                  </a:cubicBezTo>
                  <a:cubicBezTo>
                    <a:pt x="169448" y="0"/>
                    <a:pt x="184639" y="15190"/>
                    <a:pt x="184639" y="32238"/>
                  </a:cubicBezTo>
                  <a:cubicBezTo>
                    <a:pt x="184647" y="49270"/>
                    <a:pt x="169448" y="64008"/>
                    <a:pt x="151948" y="6400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4" name="Freihandform: Form 243">
              <a:extLst>
                <a:ext uri="{FF2B5EF4-FFF2-40B4-BE49-F238E27FC236}">
                  <a16:creationId xmlns:a16="http://schemas.microsoft.com/office/drawing/2014/main" id="{05A64505-32AC-4527-AEA0-AB1174EA690E}"/>
                </a:ext>
              </a:extLst>
            </p:cNvPr>
            <p:cNvSpPr/>
            <p:nvPr/>
          </p:nvSpPr>
          <p:spPr>
            <a:xfrm>
              <a:off x="10641954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6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5" name="Freihandform: Form 244">
              <a:extLst>
                <a:ext uri="{FF2B5EF4-FFF2-40B4-BE49-F238E27FC236}">
                  <a16:creationId xmlns:a16="http://schemas.microsoft.com/office/drawing/2014/main" id="{C65FFDEA-1A26-4BE3-A84A-5A46C9E7B5FE}"/>
                </a:ext>
              </a:extLst>
            </p:cNvPr>
            <p:cNvSpPr/>
            <p:nvPr/>
          </p:nvSpPr>
          <p:spPr>
            <a:xfrm>
              <a:off x="4034676" y="2461949"/>
              <a:ext cx="203537" cy="324184"/>
            </a:xfrm>
            <a:custGeom>
              <a:avLst/>
              <a:gdLst>
                <a:gd name="connsiteX0" fmla="*/ 203538 w 203537"/>
                <a:gd name="connsiteY0" fmla="*/ 52955 h 324184"/>
                <a:gd name="connsiteX1" fmla="*/ 57561 w 203537"/>
                <a:gd name="connsiteY1" fmla="*/ 52955 h 324184"/>
                <a:gd name="connsiteX2" fmla="*/ 57561 w 203537"/>
                <a:gd name="connsiteY2" fmla="*/ 133543 h 324184"/>
                <a:gd name="connsiteX3" fmla="*/ 166694 w 203537"/>
                <a:gd name="connsiteY3" fmla="*/ 133543 h 324184"/>
                <a:gd name="connsiteX4" fmla="*/ 166694 w 203537"/>
                <a:gd name="connsiteY4" fmla="*/ 186037 h 324184"/>
                <a:gd name="connsiteX5" fmla="*/ 57561 w 203537"/>
                <a:gd name="connsiteY5" fmla="*/ 186037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55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55"/>
                  </a:moveTo>
                  <a:lnTo>
                    <a:pt x="57561" y="52955"/>
                  </a:lnTo>
                  <a:lnTo>
                    <a:pt x="57561" y="133543"/>
                  </a:lnTo>
                  <a:lnTo>
                    <a:pt x="166694" y="133543"/>
                  </a:lnTo>
                  <a:lnTo>
                    <a:pt x="166694" y="186037"/>
                  </a:lnTo>
                  <a:lnTo>
                    <a:pt x="57561" y="186037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5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6" name="Freihandform: Form 245">
              <a:extLst>
                <a:ext uri="{FF2B5EF4-FFF2-40B4-BE49-F238E27FC236}">
                  <a16:creationId xmlns:a16="http://schemas.microsoft.com/office/drawing/2014/main" id="{CFC9BF65-D528-4810-BC56-4CD8988DC0C8}"/>
                </a:ext>
              </a:extLst>
            </p:cNvPr>
            <p:cNvSpPr/>
            <p:nvPr/>
          </p:nvSpPr>
          <p:spPr>
            <a:xfrm>
              <a:off x="4248564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94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5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7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52" y="132621"/>
                    <a:pt x="118796" y="131240"/>
                    <a:pt x="106822" y="131240"/>
                  </a:cubicBezTo>
                  <a:cubicBezTo>
                    <a:pt x="72289" y="131240"/>
                    <a:pt x="52494" y="145048"/>
                    <a:pt x="52494" y="169918"/>
                  </a:cubicBezTo>
                  <a:cubicBezTo>
                    <a:pt x="52494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7" name="Freihandform: Form 246">
              <a:extLst>
                <a:ext uri="{FF2B5EF4-FFF2-40B4-BE49-F238E27FC236}">
                  <a16:creationId xmlns:a16="http://schemas.microsoft.com/office/drawing/2014/main" id="{BB62778A-CBC0-461E-B274-DB517F0546E3}"/>
                </a:ext>
              </a:extLst>
            </p:cNvPr>
            <p:cNvSpPr/>
            <p:nvPr/>
          </p:nvSpPr>
          <p:spPr>
            <a:xfrm>
              <a:off x="4504663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1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09" y="50191"/>
                  </a:cubicBezTo>
                  <a:cubicBezTo>
                    <a:pt x="78276" y="50191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71" y="196161"/>
                    <a:pt x="145509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8" name="Freihandform: Form 247">
              <a:extLst>
                <a:ext uri="{FF2B5EF4-FFF2-40B4-BE49-F238E27FC236}">
                  <a16:creationId xmlns:a16="http://schemas.microsoft.com/office/drawing/2014/main" id="{337ABDD6-BAFD-497D-BA4B-D32E663BBB93}"/>
                </a:ext>
              </a:extLst>
            </p:cNvPr>
            <p:cNvSpPr/>
            <p:nvPr/>
          </p:nvSpPr>
          <p:spPr>
            <a:xfrm>
              <a:off x="4749206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8 w 201695"/>
                <a:gd name="connsiteY10" fmla="*/ 136298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298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9" name="Freihandform: Form 248">
              <a:extLst>
                <a:ext uri="{FF2B5EF4-FFF2-40B4-BE49-F238E27FC236}">
                  <a16:creationId xmlns:a16="http://schemas.microsoft.com/office/drawing/2014/main" id="{F912D02F-D665-4FC7-ACBE-AFD64A4892B2}"/>
                </a:ext>
              </a:extLst>
            </p:cNvPr>
            <p:cNvSpPr/>
            <p:nvPr/>
          </p:nvSpPr>
          <p:spPr>
            <a:xfrm>
              <a:off x="5020788" y="2443535"/>
              <a:ext cx="218735" cy="348125"/>
            </a:xfrm>
            <a:custGeom>
              <a:avLst/>
              <a:gdLst>
                <a:gd name="connsiteX0" fmla="*/ 218736 w 218735"/>
                <a:gd name="connsiteY0" fmla="*/ 223785 h 348125"/>
                <a:gd name="connsiteX1" fmla="*/ 122959 w 218735"/>
                <a:gd name="connsiteY1" fmla="*/ 348125 h 348125"/>
                <a:gd name="connsiteX2" fmla="*/ 53424 w 218735"/>
                <a:gd name="connsiteY2" fmla="*/ 315434 h 348125"/>
                <a:gd name="connsiteX3" fmla="*/ 52503 w 218735"/>
                <a:gd name="connsiteY3" fmla="*/ 315434 h 348125"/>
                <a:gd name="connsiteX4" fmla="*/ 52503 w 218735"/>
                <a:gd name="connsiteY4" fmla="*/ 342599 h 348125"/>
                <a:gd name="connsiteX5" fmla="*/ 0 w 218735"/>
                <a:gd name="connsiteY5" fmla="*/ 342599 h 348125"/>
                <a:gd name="connsiteX6" fmla="*/ 0 w 218735"/>
                <a:gd name="connsiteY6" fmla="*/ 13808 h 348125"/>
                <a:gd name="connsiteX7" fmla="*/ 54806 w 218735"/>
                <a:gd name="connsiteY7" fmla="*/ 0 h 348125"/>
                <a:gd name="connsiteX8" fmla="*/ 54806 w 218735"/>
                <a:gd name="connsiteY8" fmla="*/ 135376 h 348125"/>
                <a:gd name="connsiteX9" fmla="*/ 55719 w 218735"/>
                <a:gd name="connsiteY9" fmla="*/ 135376 h 348125"/>
                <a:gd name="connsiteX10" fmla="*/ 124332 w 218735"/>
                <a:gd name="connsiteY10" fmla="*/ 102225 h 348125"/>
                <a:gd name="connsiteX11" fmla="*/ 218736 w 218735"/>
                <a:gd name="connsiteY11" fmla="*/ 223785 h 348125"/>
                <a:gd name="connsiteX12" fmla="*/ 164852 w 218735"/>
                <a:gd name="connsiteY12" fmla="*/ 225167 h 348125"/>
                <a:gd name="connsiteX13" fmla="*/ 110055 w 218735"/>
                <a:gd name="connsiteY13" fmla="*/ 151487 h 348125"/>
                <a:gd name="connsiteX14" fmla="*/ 54797 w 218735"/>
                <a:gd name="connsiteY14" fmla="*/ 181883 h 348125"/>
                <a:gd name="connsiteX15" fmla="*/ 54797 w 218735"/>
                <a:gd name="connsiteY15" fmla="*/ 267537 h 348125"/>
                <a:gd name="connsiteX16" fmla="*/ 110507 w 218735"/>
                <a:gd name="connsiteY16" fmla="*/ 299315 h 348125"/>
                <a:gd name="connsiteX17" fmla="*/ 164852 w 218735"/>
                <a:gd name="connsiteY17" fmla="*/ 225167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8735" h="348125">
                  <a:moveTo>
                    <a:pt x="218736" y="223785"/>
                  </a:moveTo>
                  <a:cubicBezTo>
                    <a:pt x="218736" y="299315"/>
                    <a:pt x="180519" y="348125"/>
                    <a:pt x="122959" y="348125"/>
                  </a:cubicBezTo>
                  <a:cubicBezTo>
                    <a:pt x="93483" y="348125"/>
                    <a:pt x="69074" y="335690"/>
                    <a:pt x="53424" y="315434"/>
                  </a:cubicBezTo>
                  <a:lnTo>
                    <a:pt x="52503" y="315434"/>
                  </a:lnTo>
                  <a:lnTo>
                    <a:pt x="52503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806" y="0"/>
                  </a:lnTo>
                  <a:lnTo>
                    <a:pt x="54806" y="135376"/>
                  </a:lnTo>
                  <a:lnTo>
                    <a:pt x="55719" y="135376"/>
                  </a:lnTo>
                  <a:cubicBezTo>
                    <a:pt x="71377" y="114652"/>
                    <a:pt x="95317" y="102225"/>
                    <a:pt x="124332" y="102225"/>
                  </a:cubicBezTo>
                  <a:cubicBezTo>
                    <a:pt x="180510" y="102217"/>
                    <a:pt x="218736" y="147803"/>
                    <a:pt x="218736" y="223785"/>
                  </a:cubicBezTo>
                  <a:close/>
                  <a:moveTo>
                    <a:pt x="164852" y="225167"/>
                  </a:moveTo>
                  <a:cubicBezTo>
                    <a:pt x="164852" y="176826"/>
                    <a:pt x="145056" y="151487"/>
                    <a:pt x="110055" y="151487"/>
                  </a:cubicBezTo>
                  <a:cubicBezTo>
                    <a:pt x="88878" y="151487"/>
                    <a:pt x="71838" y="160707"/>
                    <a:pt x="54797" y="181883"/>
                  </a:cubicBezTo>
                  <a:lnTo>
                    <a:pt x="54797" y="267537"/>
                  </a:lnTo>
                  <a:cubicBezTo>
                    <a:pt x="70448" y="288262"/>
                    <a:pt x="87949" y="299315"/>
                    <a:pt x="110507" y="299315"/>
                  </a:cubicBezTo>
                  <a:cubicBezTo>
                    <a:pt x="145969" y="299307"/>
                    <a:pt x="164852" y="272134"/>
                    <a:pt x="164852" y="225167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0" name="Freihandform: Form 249">
              <a:extLst>
                <a:ext uri="{FF2B5EF4-FFF2-40B4-BE49-F238E27FC236}">
                  <a16:creationId xmlns:a16="http://schemas.microsoft.com/office/drawing/2014/main" id="{ED3D0B6C-CF30-40F6-9994-049DE2F09E77}"/>
                </a:ext>
              </a:extLst>
            </p:cNvPr>
            <p:cNvSpPr/>
            <p:nvPr/>
          </p:nvSpPr>
          <p:spPr>
            <a:xfrm>
              <a:off x="5287630" y="2545752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806 w 214138"/>
                <a:gd name="connsiteY10" fmla="*/ 101765 h 245899"/>
                <a:gd name="connsiteX11" fmla="*/ 161176 w 214138"/>
                <a:gd name="connsiteY11" fmla="*/ 101765 h 245899"/>
                <a:gd name="connsiteX12" fmla="*/ 109134 w 214138"/>
                <a:gd name="connsiteY12" fmla="*/ 45125 h 245899"/>
                <a:gd name="connsiteX13" fmla="*/ 54806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7" y="198924"/>
                    <a:pt x="155658" y="190634"/>
                    <a:pt x="174079" y="171291"/>
                  </a:cubicBezTo>
                  <a:lnTo>
                    <a:pt x="208152" y="207214"/>
                  </a:lnTo>
                  <a:cubicBezTo>
                    <a:pt x="181440" y="233465"/>
                    <a:pt x="151504" y="245900"/>
                    <a:pt x="116042" y="245900"/>
                  </a:cubicBezTo>
                  <a:close/>
                  <a:moveTo>
                    <a:pt x="54806" y="101765"/>
                  </a:moveTo>
                  <a:lnTo>
                    <a:pt x="161176" y="101765"/>
                  </a:lnTo>
                  <a:cubicBezTo>
                    <a:pt x="158873" y="65850"/>
                    <a:pt x="139990" y="45125"/>
                    <a:pt x="109134" y="45125"/>
                  </a:cubicBezTo>
                  <a:cubicBezTo>
                    <a:pt x="78746" y="45134"/>
                    <a:pt x="59411" y="65390"/>
                    <a:pt x="54806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1" name="Freihandform: Form 250">
              <a:extLst>
                <a:ext uri="{FF2B5EF4-FFF2-40B4-BE49-F238E27FC236}">
                  <a16:creationId xmlns:a16="http://schemas.microsoft.com/office/drawing/2014/main" id="{2F102745-C89E-4457-AB2E-9882F7EDF638}"/>
                </a:ext>
              </a:extLst>
            </p:cNvPr>
            <p:cNvSpPr/>
            <p:nvPr/>
          </p:nvSpPr>
          <p:spPr>
            <a:xfrm>
              <a:off x="5561607" y="2545769"/>
              <a:ext cx="141832" cy="240365"/>
            </a:xfrm>
            <a:custGeom>
              <a:avLst/>
              <a:gdLst>
                <a:gd name="connsiteX0" fmla="*/ 141833 w 141832"/>
                <a:gd name="connsiteY0" fmla="*/ 5049 h 240365"/>
                <a:gd name="connsiteX1" fmla="*/ 133082 w 141832"/>
                <a:gd name="connsiteY1" fmla="*/ 61228 h 240365"/>
                <a:gd name="connsiteX2" fmla="*/ 102686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34 w 141832"/>
                <a:gd name="connsiteY10" fmla="*/ 0 h 240365"/>
                <a:gd name="connsiteX11" fmla="*/ 141833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3" y="5049"/>
                  </a:moveTo>
                  <a:lnTo>
                    <a:pt x="133082" y="61228"/>
                  </a:lnTo>
                  <a:cubicBezTo>
                    <a:pt x="124792" y="56623"/>
                    <a:pt x="114661" y="53859"/>
                    <a:pt x="102686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4" y="0"/>
                  </a:cubicBezTo>
                  <a:cubicBezTo>
                    <a:pt x="123879" y="-17"/>
                    <a:pt x="133543" y="1365"/>
                    <a:pt x="141833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2" name="Freihandform: Form 251">
              <a:extLst>
                <a:ext uri="{FF2B5EF4-FFF2-40B4-BE49-F238E27FC236}">
                  <a16:creationId xmlns:a16="http://schemas.microsoft.com/office/drawing/2014/main" id="{20B8CF65-3C7E-40C9-9359-73514BB8968F}"/>
                </a:ext>
              </a:extLst>
            </p:cNvPr>
            <p:cNvSpPr/>
            <p:nvPr/>
          </p:nvSpPr>
          <p:spPr>
            <a:xfrm>
              <a:off x="5733668" y="2545752"/>
              <a:ext cx="214138" cy="245899"/>
            </a:xfrm>
            <a:custGeom>
              <a:avLst/>
              <a:gdLst>
                <a:gd name="connsiteX0" fmla="*/ 116041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6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1 w 214138"/>
                <a:gd name="connsiteY8" fmla="*/ 207214 h 245899"/>
                <a:gd name="connsiteX9" fmla="*/ 116041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5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1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6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6" y="198924"/>
                    <a:pt x="155657" y="190634"/>
                    <a:pt x="174079" y="171291"/>
                  </a:cubicBezTo>
                  <a:lnTo>
                    <a:pt x="208151" y="207214"/>
                  </a:lnTo>
                  <a:cubicBezTo>
                    <a:pt x="181431" y="233465"/>
                    <a:pt x="151495" y="245900"/>
                    <a:pt x="116041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5"/>
                    <a:pt x="109125" y="45125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3" name="Freihandform: Form 252">
              <a:extLst>
                <a:ext uri="{FF2B5EF4-FFF2-40B4-BE49-F238E27FC236}">
                  <a16:creationId xmlns:a16="http://schemas.microsoft.com/office/drawing/2014/main" id="{C90F29F1-CEB1-4699-829E-DC7991CA70DB}"/>
                </a:ext>
              </a:extLst>
            </p:cNvPr>
            <p:cNvSpPr/>
            <p:nvPr/>
          </p:nvSpPr>
          <p:spPr>
            <a:xfrm>
              <a:off x="5999489" y="2447663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4" name="Freihandform: Form 253">
              <a:extLst>
                <a:ext uri="{FF2B5EF4-FFF2-40B4-BE49-F238E27FC236}">
                  <a16:creationId xmlns:a16="http://schemas.microsoft.com/office/drawing/2014/main" id="{2DF19D42-3ABB-4580-B25F-F2837990BD84}"/>
                </a:ext>
              </a:extLst>
            </p:cNvPr>
            <p:cNvSpPr/>
            <p:nvPr/>
          </p:nvSpPr>
          <p:spPr>
            <a:xfrm>
              <a:off x="6120438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8 w 197542"/>
                <a:gd name="connsiteY5" fmla="*/ 75974 h 245899"/>
                <a:gd name="connsiteX6" fmla="*/ 112810 w 197542"/>
                <a:gd name="connsiteY6" fmla="*/ 50191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8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63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5" name="Freihandform: Form 254">
              <a:extLst>
                <a:ext uri="{FF2B5EF4-FFF2-40B4-BE49-F238E27FC236}">
                  <a16:creationId xmlns:a16="http://schemas.microsoft.com/office/drawing/2014/main" id="{E5998662-7726-4AF1-B7A1-4A9F52203D33}"/>
                </a:ext>
              </a:extLst>
            </p:cNvPr>
            <p:cNvSpPr/>
            <p:nvPr/>
          </p:nvSpPr>
          <p:spPr>
            <a:xfrm>
              <a:off x="6364973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9 w 201695"/>
                <a:gd name="connsiteY10" fmla="*/ 136298 h 342598"/>
                <a:gd name="connsiteX11" fmla="*/ 124324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9" y="136298"/>
                  </a:lnTo>
                  <a:cubicBezTo>
                    <a:pt x="69074" y="115573"/>
                    <a:pt x="93483" y="102225"/>
                    <a:pt x="124324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6" name="Freihandform: Form 255">
              <a:extLst>
                <a:ext uri="{FF2B5EF4-FFF2-40B4-BE49-F238E27FC236}">
                  <a16:creationId xmlns:a16="http://schemas.microsoft.com/office/drawing/2014/main" id="{2C67B4C5-66E7-4334-907E-BD17FDCA901F}"/>
                </a:ext>
              </a:extLst>
            </p:cNvPr>
            <p:cNvSpPr/>
            <p:nvPr/>
          </p:nvSpPr>
          <p:spPr>
            <a:xfrm>
              <a:off x="6751826" y="2461940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9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2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9 w 398768"/>
                <a:gd name="connsiteY9" fmla="*/ 0 h 324184"/>
                <a:gd name="connsiteX10" fmla="*/ 317260 w 398768"/>
                <a:gd name="connsiteY10" fmla="*/ 324185 h 324184"/>
                <a:gd name="connsiteX11" fmla="*/ 257858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9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2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9" y="0"/>
                  </a:lnTo>
                  <a:lnTo>
                    <a:pt x="317260" y="324185"/>
                  </a:lnTo>
                  <a:lnTo>
                    <a:pt x="257858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7" name="Freihandform: Form 256">
              <a:extLst>
                <a:ext uri="{FF2B5EF4-FFF2-40B4-BE49-F238E27FC236}">
                  <a16:creationId xmlns:a16="http://schemas.microsoft.com/office/drawing/2014/main" id="{D1D81AEF-2530-4F8A-A1BA-E124FBEB83E3}"/>
                </a:ext>
              </a:extLst>
            </p:cNvPr>
            <p:cNvSpPr/>
            <p:nvPr/>
          </p:nvSpPr>
          <p:spPr>
            <a:xfrm>
              <a:off x="7196759" y="2447663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8" name="Freihandform: Form 257">
              <a:extLst>
                <a:ext uri="{FF2B5EF4-FFF2-40B4-BE49-F238E27FC236}">
                  <a16:creationId xmlns:a16="http://schemas.microsoft.com/office/drawing/2014/main" id="{91616AB2-66B8-4121-A36D-D023DFC7F416}"/>
                </a:ext>
              </a:extLst>
            </p:cNvPr>
            <p:cNvSpPr/>
            <p:nvPr/>
          </p:nvSpPr>
          <p:spPr>
            <a:xfrm>
              <a:off x="7330586" y="2545769"/>
              <a:ext cx="141832" cy="240365"/>
            </a:xfrm>
            <a:custGeom>
              <a:avLst/>
              <a:gdLst>
                <a:gd name="connsiteX0" fmla="*/ 141832 w 141832"/>
                <a:gd name="connsiteY0" fmla="*/ 5049 h 240365"/>
                <a:gd name="connsiteX1" fmla="*/ 133082 w 141832"/>
                <a:gd name="connsiteY1" fmla="*/ 61228 h 240365"/>
                <a:gd name="connsiteX2" fmla="*/ 102694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41 w 141832"/>
                <a:gd name="connsiteY10" fmla="*/ 0 h 240365"/>
                <a:gd name="connsiteX11" fmla="*/ 141832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2" y="5049"/>
                  </a:moveTo>
                  <a:lnTo>
                    <a:pt x="133082" y="61228"/>
                  </a:lnTo>
                  <a:cubicBezTo>
                    <a:pt x="124792" y="56623"/>
                    <a:pt x="114668" y="53859"/>
                    <a:pt x="102694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3" y="13348"/>
                    <a:pt x="89330" y="0"/>
                    <a:pt x="116041" y="0"/>
                  </a:cubicBezTo>
                  <a:cubicBezTo>
                    <a:pt x="123871" y="-17"/>
                    <a:pt x="133543" y="1365"/>
                    <a:pt x="141832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59" name="Freihandform: Form 258">
              <a:extLst>
                <a:ext uri="{FF2B5EF4-FFF2-40B4-BE49-F238E27FC236}">
                  <a16:creationId xmlns:a16="http://schemas.microsoft.com/office/drawing/2014/main" id="{CF224488-73D5-498B-8A6F-E508395322D3}"/>
                </a:ext>
              </a:extLst>
            </p:cNvPr>
            <p:cNvSpPr/>
            <p:nvPr/>
          </p:nvSpPr>
          <p:spPr>
            <a:xfrm>
              <a:off x="7506323" y="2475749"/>
              <a:ext cx="145977" cy="315903"/>
            </a:xfrm>
            <a:custGeom>
              <a:avLst/>
              <a:gdLst>
                <a:gd name="connsiteX0" fmla="*/ 145978 w 145977"/>
                <a:gd name="connsiteY0" fmla="*/ 260185 h 315903"/>
                <a:gd name="connsiteX1" fmla="*/ 145978 w 145977"/>
                <a:gd name="connsiteY1" fmla="*/ 307153 h 315903"/>
                <a:gd name="connsiteX2" fmla="*/ 99923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2 w 145977"/>
                <a:gd name="connsiteY15" fmla="*/ 268006 h 315903"/>
                <a:gd name="connsiteX16" fmla="*/ 145978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3" y="312680"/>
                    <a:pt x="116041" y="315903"/>
                    <a:pt x="99923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20" y="268006"/>
                    <a:pt x="115572" y="268006"/>
                  </a:cubicBezTo>
                  <a:cubicBezTo>
                    <a:pt x="125721" y="268015"/>
                    <a:pt x="136766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0" name="Freihandform: Form 259">
              <a:extLst>
                <a:ext uri="{FF2B5EF4-FFF2-40B4-BE49-F238E27FC236}">
                  <a16:creationId xmlns:a16="http://schemas.microsoft.com/office/drawing/2014/main" id="{3AE46D25-9359-4619-8055-B59B12C4E131}"/>
                </a:ext>
              </a:extLst>
            </p:cNvPr>
            <p:cNvSpPr/>
            <p:nvPr/>
          </p:nvSpPr>
          <p:spPr>
            <a:xfrm>
              <a:off x="7691154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3" y="53415"/>
                    <a:pt x="115121" y="46499"/>
                    <a:pt x="97159" y="46499"/>
                  </a:cubicBezTo>
                  <a:cubicBezTo>
                    <a:pt x="76896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1" name="Freihandform: Form 260">
              <a:extLst>
                <a:ext uri="{FF2B5EF4-FFF2-40B4-BE49-F238E27FC236}">
                  <a16:creationId xmlns:a16="http://schemas.microsoft.com/office/drawing/2014/main" id="{06F838B5-38CC-47DF-BFBC-AF849845BCE1}"/>
                </a:ext>
              </a:extLst>
            </p:cNvPr>
            <p:cNvSpPr/>
            <p:nvPr/>
          </p:nvSpPr>
          <p:spPr>
            <a:xfrm>
              <a:off x="7916480" y="2545760"/>
              <a:ext cx="197541" cy="245899"/>
            </a:xfrm>
            <a:custGeom>
              <a:avLst/>
              <a:gdLst>
                <a:gd name="connsiteX0" fmla="*/ 196169 w 197541"/>
                <a:gd name="connsiteY0" fmla="*/ 208135 h 245899"/>
                <a:gd name="connsiteX1" fmla="*/ 112357 w 197541"/>
                <a:gd name="connsiteY1" fmla="*/ 245900 h 245899"/>
                <a:gd name="connsiteX2" fmla="*/ 0 w 197541"/>
                <a:gd name="connsiteY2" fmla="*/ 123871 h 245899"/>
                <a:gd name="connsiteX3" fmla="*/ 113278 w 197541"/>
                <a:gd name="connsiteY3" fmla="*/ 0 h 245899"/>
                <a:gd name="connsiteX4" fmla="*/ 197542 w 197541"/>
                <a:gd name="connsiteY4" fmla="*/ 40059 h 245899"/>
                <a:gd name="connsiteX5" fmla="*/ 159777 w 197541"/>
                <a:gd name="connsiteY5" fmla="*/ 75974 h 245899"/>
                <a:gd name="connsiteX6" fmla="*/ 112810 w 197541"/>
                <a:gd name="connsiteY6" fmla="*/ 50191 h 245899"/>
                <a:gd name="connsiteX7" fmla="*/ 54788 w 197541"/>
                <a:gd name="connsiteY7" fmla="*/ 122942 h 245899"/>
                <a:gd name="connsiteX8" fmla="*/ 112349 w 197541"/>
                <a:gd name="connsiteY8" fmla="*/ 196161 h 245899"/>
                <a:gd name="connsiteX9" fmla="*/ 160699 w 197541"/>
                <a:gd name="connsiteY9" fmla="*/ 170370 h 245899"/>
                <a:gd name="connsiteX10" fmla="*/ 196169 w 197541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1" h="245899">
                  <a:moveTo>
                    <a:pt x="196169" y="208135"/>
                  </a:moveTo>
                  <a:cubicBezTo>
                    <a:pt x="172680" y="233926"/>
                    <a:pt x="145977" y="245900"/>
                    <a:pt x="112357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8" y="78737"/>
                    <a:pt x="54788" y="122942"/>
                  </a:cubicBezTo>
                  <a:cubicBezTo>
                    <a:pt x="54788" y="166694"/>
                    <a:pt x="78277" y="196161"/>
                    <a:pt x="112349" y="196161"/>
                  </a:cubicBezTo>
                  <a:cubicBezTo>
                    <a:pt x="130762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2" name="Freihandform: Form 261">
              <a:extLst>
                <a:ext uri="{FF2B5EF4-FFF2-40B4-BE49-F238E27FC236}">
                  <a16:creationId xmlns:a16="http://schemas.microsoft.com/office/drawing/2014/main" id="{EFD7FED8-140E-49CE-846B-FEC793083645}"/>
                </a:ext>
              </a:extLst>
            </p:cNvPr>
            <p:cNvSpPr/>
            <p:nvPr/>
          </p:nvSpPr>
          <p:spPr>
            <a:xfrm>
              <a:off x="8161024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8 w 201695"/>
                <a:gd name="connsiteY1" fmla="*/ 342590 h 342598"/>
                <a:gd name="connsiteX2" fmla="*/ 146898 w 201695"/>
                <a:gd name="connsiteY2" fmla="*/ 208587 h 342598"/>
                <a:gd name="connsiteX3" fmla="*/ 103607 w 201695"/>
                <a:gd name="connsiteY3" fmla="*/ 151487 h 342598"/>
                <a:gd name="connsiteX4" fmla="*/ 54798 w 201695"/>
                <a:gd name="connsiteY4" fmla="*/ 208135 h 342598"/>
                <a:gd name="connsiteX5" fmla="*/ 54798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8 w 201695"/>
                <a:gd name="connsiteY8" fmla="*/ 0 h 342598"/>
                <a:gd name="connsiteX9" fmla="*/ 54798 w 201695"/>
                <a:gd name="connsiteY9" fmla="*/ 136298 h 342598"/>
                <a:gd name="connsiteX10" fmla="*/ 55719 w 201695"/>
                <a:gd name="connsiteY10" fmla="*/ 136298 h 342598"/>
                <a:gd name="connsiteX11" fmla="*/ 124332 w 201695"/>
                <a:gd name="connsiteY11" fmla="*/ 102225 h 342598"/>
                <a:gd name="connsiteX12" fmla="*/ 201688 w 201695"/>
                <a:gd name="connsiteY12" fmla="*/ 197082 h 342598"/>
                <a:gd name="connsiteX13" fmla="*/ 201688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306" y="151487"/>
                    <a:pt x="103607" y="151487"/>
                  </a:cubicBezTo>
                  <a:cubicBezTo>
                    <a:pt x="65850" y="151487"/>
                    <a:pt x="54798" y="181423"/>
                    <a:pt x="54798" y="208135"/>
                  </a:cubicBezTo>
                  <a:lnTo>
                    <a:pt x="54798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8" y="0"/>
                  </a:lnTo>
                  <a:lnTo>
                    <a:pt x="54798" y="136298"/>
                  </a:lnTo>
                  <a:lnTo>
                    <a:pt x="55719" y="136298"/>
                  </a:lnTo>
                  <a:cubicBezTo>
                    <a:pt x="69074" y="115573"/>
                    <a:pt x="93484" y="102225"/>
                    <a:pt x="124332" y="102225"/>
                  </a:cubicBezTo>
                  <a:cubicBezTo>
                    <a:pt x="178660" y="102225"/>
                    <a:pt x="201688" y="142745"/>
                    <a:pt x="201688" y="197082"/>
                  </a:cubicBezTo>
                  <a:lnTo>
                    <a:pt x="201688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3" name="Freihandform: Form 262">
              <a:extLst>
                <a:ext uri="{FF2B5EF4-FFF2-40B4-BE49-F238E27FC236}">
                  <a16:creationId xmlns:a16="http://schemas.microsoft.com/office/drawing/2014/main" id="{A901D558-23E5-4464-8A3C-15F371E6872B}"/>
                </a:ext>
              </a:extLst>
            </p:cNvPr>
            <p:cNvSpPr/>
            <p:nvPr/>
          </p:nvSpPr>
          <p:spPr>
            <a:xfrm>
              <a:off x="8416729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40 w 198923"/>
                <a:gd name="connsiteY1" fmla="*/ 99922 h 245899"/>
                <a:gd name="connsiteX2" fmla="*/ 145040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6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495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26" y="94856"/>
                    <a:pt x="129851" y="95778"/>
                    <a:pt x="145040" y="99922"/>
                  </a:cubicBezTo>
                  <a:lnTo>
                    <a:pt x="145040" y="91633"/>
                  </a:lnTo>
                  <a:cubicBezTo>
                    <a:pt x="145040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2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28" y="204919"/>
                    <a:pt x="129851" y="195248"/>
                    <a:pt x="145048" y="176834"/>
                  </a:cubicBezTo>
                  <a:lnTo>
                    <a:pt x="145048" y="135845"/>
                  </a:lnTo>
                  <a:cubicBezTo>
                    <a:pt x="132152" y="132621"/>
                    <a:pt x="118797" y="131240"/>
                    <a:pt x="106831" y="131240"/>
                  </a:cubicBezTo>
                  <a:cubicBezTo>
                    <a:pt x="72298" y="131240"/>
                    <a:pt x="52495" y="145048"/>
                    <a:pt x="52495" y="169918"/>
                  </a:cubicBezTo>
                  <a:cubicBezTo>
                    <a:pt x="52486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4" name="Freihandform: Form 263">
              <a:extLst>
                <a:ext uri="{FF2B5EF4-FFF2-40B4-BE49-F238E27FC236}">
                  <a16:creationId xmlns:a16="http://schemas.microsoft.com/office/drawing/2014/main" id="{1707B2C4-8F71-403B-9E15-A9883B7C2A1C}"/>
                </a:ext>
              </a:extLst>
            </p:cNvPr>
            <p:cNvSpPr/>
            <p:nvPr/>
          </p:nvSpPr>
          <p:spPr>
            <a:xfrm>
              <a:off x="8659530" y="2440295"/>
              <a:ext cx="143667" cy="345830"/>
            </a:xfrm>
            <a:custGeom>
              <a:avLst/>
              <a:gdLst>
                <a:gd name="connsiteX0" fmla="*/ 143667 w 143667"/>
                <a:gd name="connsiteY0" fmla="*/ 51582 h 345830"/>
                <a:gd name="connsiteX1" fmla="*/ 119727 w 143667"/>
                <a:gd name="connsiteY1" fmla="*/ 46976 h 345830"/>
                <a:gd name="connsiteX2" fmla="*/ 90712 w 143667"/>
                <a:gd name="connsiteY2" fmla="*/ 79667 h 345830"/>
                <a:gd name="connsiteX3" fmla="*/ 90712 w 143667"/>
                <a:gd name="connsiteY3" fmla="*/ 111445 h 345830"/>
                <a:gd name="connsiteX4" fmla="*/ 137228 w 143667"/>
                <a:gd name="connsiteY4" fmla="*/ 111445 h 345830"/>
                <a:gd name="connsiteX5" fmla="*/ 137228 w 143667"/>
                <a:gd name="connsiteY5" fmla="*/ 157031 h 345830"/>
                <a:gd name="connsiteX6" fmla="*/ 91173 w 143667"/>
                <a:gd name="connsiteY6" fmla="*/ 157031 h 345830"/>
                <a:gd name="connsiteX7" fmla="*/ 91173 w 143667"/>
                <a:gd name="connsiteY7" fmla="*/ 345831 h 345830"/>
                <a:gd name="connsiteX8" fmla="*/ 36375 w 143667"/>
                <a:gd name="connsiteY8" fmla="*/ 345831 h 345830"/>
                <a:gd name="connsiteX9" fmla="*/ 36375 w 143667"/>
                <a:gd name="connsiteY9" fmla="*/ 157031 h 345830"/>
                <a:gd name="connsiteX10" fmla="*/ 0 w 143667"/>
                <a:gd name="connsiteY10" fmla="*/ 157031 h 345830"/>
                <a:gd name="connsiteX11" fmla="*/ 0 w 143667"/>
                <a:gd name="connsiteY11" fmla="*/ 111445 h 345830"/>
                <a:gd name="connsiteX12" fmla="*/ 36375 w 143667"/>
                <a:gd name="connsiteY12" fmla="*/ 111445 h 345830"/>
                <a:gd name="connsiteX13" fmla="*/ 36375 w 143667"/>
                <a:gd name="connsiteY13" fmla="*/ 77824 h 345830"/>
                <a:gd name="connsiteX14" fmla="*/ 110976 w 143667"/>
                <a:gd name="connsiteY14" fmla="*/ 0 h 345830"/>
                <a:gd name="connsiteX15" fmla="*/ 143667 w 143667"/>
                <a:gd name="connsiteY15" fmla="*/ 5066 h 345830"/>
                <a:gd name="connsiteX16" fmla="*/ 143667 w 143667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67" h="345830">
                  <a:moveTo>
                    <a:pt x="143667" y="51582"/>
                  </a:moveTo>
                  <a:cubicBezTo>
                    <a:pt x="136298" y="48358"/>
                    <a:pt x="127548" y="46976"/>
                    <a:pt x="119727" y="46976"/>
                  </a:cubicBezTo>
                  <a:cubicBezTo>
                    <a:pt x="99001" y="46976"/>
                    <a:pt x="90712" y="57569"/>
                    <a:pt x="90712" y="79667"/>
                  </a:cubicBezTo>
                  <a:lnTo>
                    <a:pt x="90712" y="111445"/>
                  </a:lnTo>
                  <a:lnTo>
                    <a:pt x="137228" y="111445"/>
                  </a:lnTo>
                  <a:lnTo>
                    <a:pt x="137228" y="157031"/>
                  </a:lnTo>
                  <a:lnTo>
                    <a:pt x="91173" y="157031"/>
                  </a:lnTo>
                  <a:lnTo>
                    <a:pt x="91173" y="345831"/>
                  </a:lnTo>
                  <a:lnTo>
                    <a:pt x="36375" y="345831"/>
                  </a:lnTo>
                  <a:lnTo>
                    <a:pt x="36375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75" y="111445"/>
                  </a:lnTo>
                  <a:lnTo>
                    <a:pt x="36375" y="77824"/>
                  </a:lnTo>
                  <a:cubicBezTo>
                    <a:pt x="36375" y="29015"/>
                    <a:pt x="58481" y="0"/>
                    <a:pt x="110976" y="0"/>
                  </a:cubicBezTo>
                  <a:cubicBezTo>
                    <a:pt x="122951" y="0"/>
                    <a:pt x="134465" y="1382"/>
                    <a:pt x="143667" y="5066"/>
                  </a:cubicBezTo>
                  <a:lnTo>
                    <a:pt x="143667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5" name="Freihandform: Form 264">
              <a:extLst>
                <a:ext uri="{FF2B5EF4-FFF2-40B4-BE49-F238E27FC236}">
                  <a16:creationId xmlns:a16="http://schemas.microsoft.com/office/drawing/2014/main" id="{3A870182-1564-41CE-9E37-9ABD1DE9A6E3}"/>
                </a:ext>
              </a:extLst>
            </p:cNvPr>
            <p:cNvSpPr/>
            <p:nvPr/>
          </p:nvSpPr>
          <p:spPr>
            <a:xfrm>
              <a:off x="8832370" y="2475749"/>
              <a:ext cx="145978" cy="315903"/>
            </a:xfrm>
            <a:custGeom>
              <a:avLst/>
              <a:gdLst>
                <a:gd name="connsiteX0" fmla="*/ 145978 w 145978"/>
                <a:gd name="connsiteY0" fmla="*/ 260185 h 315903"/>
                <a:gd name="connsiteX1" fmla="*/ 145978 w 145978"/>
                <a:gd name="connsiteY1" fmla="*/ 307153 h 315903"/>
                <a:gd name="connsiteX2" fmla="*/ 99923 w 145978"/>
                <a:gd name="connsiteY2" fmla="*/ 315903 h 315903"/>
                <a:gd name="connsiteX3" fmla="*/ 35915 w 145978"/>
                <a:gd name="connsiteY3" fmla="*/ 250053 h 315903"/>
                <a:gd name="connsiteX4" fmla="*/ 35915 w 145978"/>
                <a:gd name="connsiteY4" fmla="*/ 121577 h 315903"/>
                <a:gd name="connsiteX5" fmla="*/ 0 w 145978"/>
                <a:gd name="connsiteY5" fmla="*/ 121577 h 315903"/>
                <a:gd name="connsiteX6" fmla="*/ 0 w 145978"/>
                <a:gd name="connsiteY6" fmla="*/ 75991 h 315903"/>
                <a:gd name="connsiteX7" fmla="*/ 35454 w 145978"/>
                <a:gd name="connsiteY7" fmla="*/ 75991 h 315903"/>
                <a:gd name="connsiteX8" fmla="*/ 35454 w 145978"/>
                <a:gd name="connsiteY8" fmla="*/ 11983 h 315903"/>
                <a:gd name="connsiteX9" fmla="*/ 90252 w 145978"/>
                <a:gd name="connsiteY9" fmla="*/ 0 h 315903"/>
                <a:gd name="connsiteX10" fmla="*/ 90252 w 145978"/>
                <a:gd name="connsiteY10" fmla="*/ 75982 h 315903"/>
                <a:gd name="connsiteX11" fmla="*/ 145969 w 145978"/>
                <a:gd name="connsiteY11" fmla="*/ 75982 h 315903"/>
                <a:gd name="connsiteX12" fmla="*/ 145969 w 145978"/>
                <a:gd name="connsiteY12" fmla="*/ 121568 h 315903"/>
                <a:gd name="connsiteX13" fmla="*/ 90252 w 145978"/>
                <a:gd name="connsiteY13" fmla="*/ 121568 h 315903"/>
                <a:gd name="connsiteX14" fmla="*/ 90252 w 145978"/>
                <a:gd name="connsiteY14" fmla="*/ 237149 h 315903"/>
                <a:gd name="connsiteX15" fmla="*/ 115573 w 145978"/>
                <a:gd name="connsiteY15" fmla="*/ 268006 h 315903"/>
                <a:gd name="connsiteX16" fmla="*/ 145978 w 145978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8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4" y="312680"/>
                    <a:pt x="116042" y="315903"/>
                    <a:pt x="99923" y="315903"/>
                  </a:cubicBezTo>
                  <a:cubicBezTo>
                    <a:pt x="58481" y="315903"/>
                    <a:pt x="35915" y="292876"/>
                    <a:pt x="35915" y="250053"/>
                  </a:cubicBezTo>
                  <a:lnTo>
                    <a:pt x="35915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2" y="0"/>
                  </a:lnTo>
                  <a:lnTo>
                    <a:pt x="90252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2" y="121568"/>
                  </a:lnTo>
                  <a:lnTo>
                    <a:pt x="90252" y="237149"/>
                  </a:lnTo>
                  <a:cubicBezTo>
                    <a:pt x="90252" y="258795"/>
                    <a:pt x="97620" y="268006"/>
                    <a:pt x="115573" y="268006"/>
                  </a:cubicBezTo>
                  <a:cubicBezTo>
                    <a:pt x="125714" y="268015"/>
                    <a:pt x="136758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6" name="Freihandform: Form 265">
              <a:extLst>
                <a:ext uri="{FF2B5EF4-FFF2-40B4-BE49-F238E27FC236}">
                  <a16:creationId xmlns:a16="http://schemas.microsoft.com/office/drawing/2014/main" id="{59DBD287-68CC-4F3F-90AB-A995B27E5A9B}"/>
                </a:ext>
              </a:extLst>
            </p:cNvPr>
            <p:cNvSpPr/>
            <p:nvPr/>
          </p:nvSpPr>
          <p:spPr>
            <a:xfrm>
              <a:off x="9017185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7" name="Freihandform: Form 266">
              <a:extLst>
                <a:ext uri="{FF2B5EF4-FFF2-40B4-BE49-F238E27FC236}">
                  <a16:creationId xmlns:a16="http://schemas.microsoft.com/office/drawing/2014/main" id="{B6287DF6-CA02-4DE1-AD71-4BF62EBE6396}"/>
                </a:ext>
              </a:extLst>
            </p:cNvPr>
            <p:cNvSpPr/>
            <p:nvPr/>
          </p:nvSpPr>
          <p:spPr>
            <a:xfrm>
              <a:off x="9240728" y="2616208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8" name="Freihandform: Form 267">
              <a:extLst>
                <a:ext uri="{FF2B5EF4-FFF2-40B4-BE49-F238E27FC236}">
                  <a16:creationId xmlns:a16="http://schemas.microsoft.com/office/drawing/2014/main" id="{A455995B-FF19-4248-94F5-EA453F5182BC}"/>
                </a:ext>
              </a:extLst>
            </p:cNvPr>
            <p:cNvSpPr/>
            <p:nvPr/>
          </p:nvSpPr>
          <p:spPr>
            <a:xfrm>
              <a:off x="9550208" y="2551739"/>
              <a:ext cx="201686" cy="239921"/>
            </a:xfrm>
            <a:custGeom>
              <a:avLst/>
              <a:gdLst>
                <a:gd name="connsiteX0" fmla="*/ 54797 w 201686"/>
                <a:gd name="connsiteY0" fmla="*/ 140911 h 239921"/>
                <a:gd name="connsiteX1" fmla="*/ 101304 w 201686"/>
                <a:gd name="connsiteY1" fmla="*/ 190182 h 239921"/>
                <a:gd name="connsiteX2" fmla="*/ 146890 w 201686"/>
                <a:gd name="connsiteY2" fmla="*/ 140451 h 239921"/>
                <a:gd name="connsiteX3" fmla="*/ 146890 w 201686"/>
                <a:gd name="connsiteY3" fmla="*/ 8 h 239921"/>
                <a:gd name="connsiteX4" fmla="*/ 201687 w 201686"/>
                <a:gd name="connsiteY4" fmla="*/ 8 h 239921"/>
                <a:gd name="connsiteX5" fmla="*/ 201687 w 201686"/>
                <a:gd name="connsiteY5" fmla="*/ 142301 h 239921"/>
                <a:gd name="connsiteX6" fmla="*/ 102685 w 201686"/>
                <a:gd name="connsiteY6" fmla="*/ 239921 h 239921"/>
                <a:gd name="connsiteX7" fmla="*/ 0 w 201686"/>
                <a:gd name="connsiteY7" fmla="*/ 142754 h 239921"/>
                <a:gd name="connsiteX8" fmla="*/ 0 w 201686"/>
                <a:gd name="connsiteY8" fmla="*/ 0 h 239921"/>
                <a:gd name="connsiteX9" fmla="*/ 54797 w 201686"/>
                <a:gd name="connsiteY9" fmla="*/ 0 h 239921"/>
                <a:gd name="connsiteX10" fmla="*/ 54797 w 201686"/>
                <a:gd name="connsiteY10" fmla="*/ 140911 h 239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1686" h="239921">
                  <a:moveTo>
                    <a:pt x="54797" y="140911"/>
                  </a:moveTo>
                  <a:cubicBezTo>
                    <a:pt x="54797" y="173141"/>
                    <a:pt x="70916" y="190182"/>
                    <a:pt x="101304" y="190182"/>
                  </a:cubicBezTo>
                  <a:cubicBezTo>
                    <a:pt x="131240" y="190182"/>
                    <a:pt x="146890" y="173610"/>
                    <a:pt x="146890" y="140451"/>
                  </a:cubicBezTo>
                  <a:lnTo>
                    <a:pt x="146890" y="8"/>
                  </a:lnTo>
                  <a:lnTo>
                    <a:pt x="201687" y="8"/>
                  </a:lnTo>
                  <a:lnTo>
                    <a:pt x="201687" y="142301"/>
                  </a:lnTo>
                  <a:cubicBezTo>
                    <a:pt x="201687" y="203998"/>
                    <a:pt x="167155" y="239921"/>
                    <a:pt x="102685" y="239921"/>
                  </a:cubicBezTo>
                  <a:cubicBezTo>
                    <a:pt x="38678" y="239921"/>
                    <a:pt x="0" y="203998"/>
                    <a:pt x="0" y="142754"/>
                  </a:cubicBezTo>
                  <a:lnTo>
                    <a:pt x="0" y="0"/>
                  </a:lnTo>
                  <a:lnTo>
                    <a:pt x="54797" y="0"/>
                  </a:lnTo>
                  <a:lnTo>
                    <a:pt x="54797" y="14091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69" name="Freihandform: Form 268">
              <a:extLst>
                <a:ext uri="{FF2B5EF4-FFF2-40B4-BE49-F238E27FC236}">
                  <a16:creationId xmlns:a16="http://schemas.microsoft.com/office/drawing/2014/main" id="{2A24E77D-343F-423D-A124-23142B96164A}"/>
                </a:ext>
              </a:extLst>
            </p:cNvPr>
            <p:cNvSpPr/>
            <p:nvPr/>
          </p:nvSpPr>
          <p:spPr>
            <a:xfrm>
              <a:off x="9821371" y="2545760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89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0" name="Freihandform: Form 269">
              <a:extLst>
                <a:ext uri="{FF2B5EF4-FFF2-40B4-BE49-F238E27FC236}">
                  <a16:creationId xmlns:a16="http://schemas.microsoft.com/office/drawing/2014/main" id="{83AE92AB-068D-4D77-910A-C243DEA3B7D8}"/>
                </a:ext>
              </a:extLst>
            </p:cNvPr>
            <p:cNvSpPr/>
            <p:nvPr/>
          </p:nvSpPr>
          <p:spPr>
            <a:xfrm>
              <a:off x="10081021" y="2443527"/>
              <a:ext cx="219196" cy="348125"/>
            </a:xfrm>
            <a:custGeom>
              <a:avLst/>
              <a:gdLst>
                <a:gd name="connsiteX0" fmla="*/ 0 w 219196"/>
                <a:gd name="connsiteY0" fmla="*/ 224715 h 348125"/>
                <a:gd name="connsiteX1" fmla="*/ 95326 w 219196"/>
                <a:gd name="connsiteY1" fmla="*/ 102225 h 348125"/>
                <a:gd name="connsiteX2" fmla="*/ 163478 w 219196"/>
                <a:gd name="connsiteY2" fmla="*/ 133995 h 348125"/>
                <a:gd name="connsiteX3" fmla="*/ 164399 w 219196"/>
                <a:gd name="connsiteY3" fmla="*/ 133995 h 348125"/>
                <a:gd name="connsiteX4" fmla="*/ 164399 w 219196"/>
                <a:gd name="connsiteY4" fmla="*/ 13808 h 348125"/>
                <a:gd name="connsiteX5" fmla="*/ 219196 w 219196"/>
                <a:gd name="connsiteY5" fmla="*/ 0 h 348125"/>
                <a:gd name="connsiteX6" fmla="*/ 219196 w 219196"/>
                <a:gd name="connsiteY6" fmla="*/ 342598 h 348125"/>
                <a:gd name="connsiteX7" fmla="*/ 165781 w 219196"/>
                <a:gd name="connsiteY7" fmla="*/ 342598 h 348125"/>
                <a:gd name="connsiteX8" fmla="*/ 165781 w 219196"/>
                <a:gd name="connsiteY8" fmla="*/ 314965 h 348125"/>
                <a:gd name="connsiteX9" fmla="*/ 164860 w 219196"/>
                <a:gd name="connsiteY9" fmla="*/ 314965 h 348125"/>
                <a:gd name="connsiteX10" fmla="*/ 94405 w 219196"/>
                <a:gd name="connsiteY10" fmla="*/ 348125 h 348125"/>
                <a:gd name="connsiteX11" fmla="*/ 0 w 219196"/>
                <a:gd name="connsiteY11" fmla="*/ 224715 h 348125"/>
                <a:gd name="connsiteX12" fmla="*/ 54345 w 219196"/>
                <a:gd name="connsiteY12" fmla="*/ 224715 h 348125"/>
                <a:gd name="connsiteX13" fmla="*/ 108681 w 219196"/>
                <a:gd name="connsiteY13" fmla="*/ 299776 h 348125"/>
                <a:gd name="connsiteX14" fmla="*/ 164399 w 219196"/>
                <a:gd name="connsiteY14" fmla="*/ 268919 h 348125"/>
                <a:gd name="connsiteX15" fmla="*/ 164399 w 219196"/>
                <a:gd name="connsiteY15" fmla="*/ 183265 h 348125"/>
                <a:gd name="connsiteX16" fmla="*/ 108681 w 219196"/>
                <a:gd name="connsiteY16" fmla="*/ 151956 h 348125"/>
                <a:gd name="connsiteX17" fmla="*/ 54345 w 219196"/>
                <a:gd name="connsiteY17" fmla="*/ 224715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6" h="348125">
                  <a:moveTo>
                    <a:pt x="0" y="224715"/>
                  </a:moveTo>
                  <a:cubicBezTo>
                    <a:pt x="0" y="149193"/>
                    <a:pt x="38217" y="102225"/>
                    <a:pt x="95326" y="102225"/>
                  </a:cubicBezTo>
                  <a:cubicBezTo>
                    <a:pt x="124801" y="102225"/>
                    <a:pt x="147828" y="114652"/>
                    <a:pt x="163478" y="133995"/>
                  </a:cubicBezTo>
                  <a:lnTo>
                    <a:pt x="164399" y="133995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8"/>
                  </a:lnTo>
                  <a:lnTo>
                    <a:pt x="165781" y="342598"/>
                  </a:lnTo>
                  <a:lnTo>
                    <a:pt x="165781" y="314965"/>
                  </a:lnTo>
                  <a:lnTo>
                    <a:pt x="164860" y="314965"/>
                  </a:lnTo>
                  <a:cubicBezTo>
                    <a:pt x="147828" y="335690"/>
                    <a:pt x="123419" y="348125"/>
                    <a:pt x="94405" y="348125"/>
                  </a:cubicBezTo>
                  <a:cubicBezTo>
                    <a:pt x="38686" y="348125"/>
                    <a:pt x="0" y="300697"/>
                    <a:pt x="0" y="224715"/>
                  </a:cubicBezTo>
                  <a:close/>
                  <a:moveTo>
                    <a:pt x="54345" y="224715"/>
                  </a:moveTo>
                  <a:cubicBezTo>
                    <a:pt x="54345" y="272603"/>
                    <a:pt x="74148" y="299776"/>
                    <a:pt x="108681" y="299776"/>
                  </a:cubicBezTo>
                  <a:cubicBezTo>
                    <a:pt x="129867" y="299776"/>
                    <a:pt x="147359" y="289644"/>
                    <a:pt x="164399" y="268919"/>
                  </a:cubicBezTo>
                  <a:lnTo>
                    <a:pt x="164399" y="183265"/>
                  </a:lnTo>
                  <a:cubicBezTo>
                    <a:pt x="148740" y="162088"/>
                    <a:pt x="130780" y="151956"/>
                    <a:pt x="108681" y="151956"/>
                  </a:cubicBezTo>
                  <a:cubicBezTo>
                    <a:pt x="73227" y="151965"/>
                    <a:pt x="54345" y="177747"/>
                    <a:pt x="54345" y="22471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1" name="Freihandform: Form 270">
              <a:extLst>
                <a:ext uri="{FF2B5EF4-FFF2-40B4-BE49-F238E27FC236}">
                  <a16:creationId xmlns:a16="http://schemas.microsoft.com/office/drawing/2014/main" id="{71B3082D-B364-404C-8EE0-64D1F1F07577}"/>
                </a:ext>
              </a:extLst>
            </p:cNvPr>
            <p:cNvSpPr/>
            <p:nvPr/>
          </p:nvSpPr>
          <p:spPr>
            <a:xfrm>
              <a:off x="4011188" y="2963018"/>
              <a:ext cx="227478" cy="335246"/>
            </a:xfrm>
            <a:custGeom>
              <a:avLst/>
              <a:gdLst>
                <a:gd name="connsiteX0" fmla="*/ 36383 w 227478"/>
                <a:gd name="connsiteY0" fmla="*/ 245900 h 335246"/>
                <a:gd name="connsiteX1" fmla="*/ 116963 w 227478"/>
                <a:gd name="connsiteY1" fmla="*/ 282283 h 335246"/>
                <a:gd name="connsiteX2" fmla="*/ 169465 w 227478"/>
                <a:gd name="connsiteY2" fmla="*/ 241755 h 335246"/>
                <a:gd name="connsiteX3" fmla="*/ 10593 w 227478"/>
                <a:gd name="connsiteY3" fmla="*/ 93944 h 335246"/>
                <a:gd name="connsiteX4" fmla="*/ 120656 w 227478"/>
                <a:gd name="connsiteY4" fmla="*/ 0 h 335246"/>
                <a:gd name="connsiteX5" fmla="*/ 225183 w 227478"/>
                <a:gd name="connsiteY5" fmla="*/ 39147 h 335246"/>
                <a:gd name="connsiteX6" fmla="*/ 188800 w 227478"/>
                <a:gd name="connsiteY6" fmla="*/ 83812 h 335246"/>
                <a:gd name="connsiteX7" fmla="*/ 117884 w 227478"/>
                <a:gd name="connsiteY7" fmla="*/ 52503 h 335246"/>
                <a:gd name="connsiteX8" fmla="*/ 68613 w 227478"/>
                <a:gd name="connsiteY8" fmla="*/ 88886 h 335246"/>
                <a:gd name="connsiteX9" fmla="*/ 227478 w 227478"/>
                <a:gd name="connsiteY9" fmla="*/ 237158 h 335246"/>
                <a:gd name="connsiteX10" fmla="*/ 115590 w 227478"/>
                <a:gd name="connsiteY10" fmla="*/ 335246 h 335246"/>
                <a:gd name="connsiteX11" fmla="*/ 0 w 227478"/>
                <a:gd name="connsiteY11" fmla="*/ 290573 h 335246"/>
                <a:gd name="connsiteX12" fmla="*/ 36383 w 227478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78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63" y="282283"/>
                  </a:cubicBezTo>
                  <a:cubicBezTo>
                    <a:pt x="147359" y="282283"/>
                    <a:pt x="169465" y="265243"/>
                    <a:pt x="169465" y="241755"/>
                  </a:cubicBezTo>
                  <a:cubicBezTo>
                    <a:pt x="169465" y="179589"/>
                    <a:pt x="10593" y="198932"/>
                    <a:pt x="10593" y="93944"/>
                  </a:cubicBezTo>
                  <a:cubicBezTo>
                    <a:pt x="10593" y="38226"/>
                    <a:pt x="55726" y="0"/>
                    <a:pt x="120656" y="0"/>
                  </a:cubicBezTo>
                  <a:cubicBezTo>
                    <a:pt x="159333" y="0"/>
                    <a:pt x="195256" y="13356"/>
                    <a:pt x="225183" y="39147"/>
                  </a:cubicBezTo>
                  <a:lnTo>
                    <a:pt x="188800" y="83812"/>
                  </a:lnTo>
                  <a:cubicBezTo>
                    <a:pt x="165312" y="63087"/>
                    <a:pt x="141832" y="52503"/>
                    <a:pt x="117884" y="52503"/>
                  </a:cubicBezTo>
                  <a:cubicBezTo>
                    <a:pt x="89338" y="52503"/>
                    <a:pt x="68613" y="67692"/>
                    <a:pt x="68613" y="88886"/>
                  </a:cubicBezTo>
                  <a:cubicBezTo>
                    <a:pt x="68613" y="147359"/>
                    <a:pt x="227478" y="128024"/>
                    <a:pt x="227478" y="237158"/>
                  </a:cubicBezTo>
                  <a:cubicBezTo>
                    <a:pt x="227478" y="295639"/>
                    <a:pt x="182352" y="335246"/>
                    <a:pt x="115590" y="335246"/>
                  </a:cubicBezTo>
                  <a:cubicBezTo>
                    <a:pt x="72758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2" name="Freihandform: Form 271">
              <a:extLst>
                <a:ext uri="{FF2B5EF4-FFF2-40B4-BE49-F238E27FC236}">
                  <a16:creationId xmlns:a16="http://schemas.microsoft.com/office/drawing/2014/main" id="{91760FEA-4737-4183-8A29-75C45D9B69AB}"/>
                </a:ext>
              </a:extLst>
            </p:cNvPr>
            <p:cNvSpPr/>
            <p:nvPr/>
          </p:nvSpPr>
          <p:spPr>
            <a:xfrm>
              <a:off x="4287334" y="3052356"/>
              <a:ext cx="225644" cy="245908"/>
            </a:xfrm>
            <a:custGeom>
              <a:avLst/>
              <a:gdLst>
                <a:gd name="connsiteX0" fmla="*/ 0 w 225644"/>
                <a:gd name="connsiteY0" fmla="*/ 122950 h 245908"/>
                <a:gd name="connsiteX1" fmla="*/ 113748 w 225644"/>
                <a:gd name="connsiteY1" fmla="*/ 0 h 245908"/>
                <a:gd name="connsiteX2" fmla="*/ 225644 w 225644"/>
                <a:gd name="connsiteY2" fmla="*/ 122950 h 245908"/>
                <a:gd name="connsiteX3" fmla="*/ 113748 w 225644"/>
                <a:gd name="connsiteY3" fmla="*/ 245908 h 245908"/>
                <a:gd name="connsiteX4" fmla="*/ 0 w 225644"/>
                <a:gd name="connsiteY4" fmla="*/ 122950 h 245908"/>
                <a:gd name="connsiteX5" fmla="*/ 171308 w 225644"/>
                <a:gd name="connsiteY5" fmla="*/ 123410 h 245908"/>
                <a:gd name="connsiteX6" fmla="*/ 112826 w 225644"/>
                <a:gd name="connsiteY6" fmla="*/ 49731 h 245908"/>
                <a:gd name="connsiteX7" fmla="*/ 54345 w 225644"/>
                <a:gd name="connsiteY7" fmla="*/ 122481 h 245908"/>
                <a:gd name="connsiteX8" fmla="*/ 113287 w 225644"/>
                <a:gd name="connsiteY8" fmla="*/ 196621 h 245908"/>
                <a:gd name="connsiteX9" fmla="*/ 171308 w 225644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44" h="245908">
                  <a:moveTo>
                    <a:pt x="0" y="122950"/>
                  </a:moveTo>
                  <a:cubicBezTo>
                    <a:pt x="0" y="49270"/>
                    <a:pt x="45586" y="0"/>
                    <a:pt x="113748" y="0"/>
                  </a:cubicBezTo>
                  <a:cubicBezTo>
                    <a:pt x="181440" y="0"/>
                    <a:pt x="225644" y="48349"/>
                    <a:pt x="225644" y="122950"/>
                  </a:cubicBezTo>
                  <a:cubicBezTo>
                    <a:pt x="225644" y="196629"/>
                    <a:pt x="181892" y="245908"/>
                    <a:pt x="113748" y="245908"/>
                  </a:cubicBezTo>
                  <a:cubicBezTo>
                    <a:pt x="46055" y="245900"/>
                    <a:pt x="0" y="197090"/>
                    <a:pt x="0" y="122950"/>
                  </a:cubicBezTo>
                  <a:close/>
                  <a:moveTo>
                    <a:pt x="171308" y="123410"/>
                  </a:moveTo>
                  <a:cubicBezTo>
                    <a:pt x="171308" y="77824"/>
                    <a:pt x="148741" y="49731"/>
                    <a:pt x="112826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12" y="196621"/>
                    <a:pt x="113287" y="196621"/>
                  </a:cubicBezTo>
                  <a:cubicBezTo>
                    <a:pt x="149202" y="196629"/>
                    <a:pt x="171308" y="168536"/>
                    <a:pt x="171308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3" name="Freihandform: Form 272">
              <a:extLst>
                <a:ext uri="{FF2B5EF4-FFF2-40B4-BE49-F238E27FC236}">
                  <a16:creationId xmlns:a16="http://schemas.microsoft.com/office/drawing/2014/main" id="{24BA7877-7B7C-4C99-A7FB-8D50CD60EB59}"/>
                </a:ext>
              </a:extLst>
            </p:cNvPr>
            <p:cNvSpPr/>
            <p:nvPr/>
          </p:nvSpPr>
          <p:spPr>
            <a:xfrm>
              <a:off x="4551790" y="3058352"/>
              <a:ext cx="185115" cy="234377"/>
            </a:xfrm>
            <a:custGeom>
              <a:avLst/>
              <a:gdLst>
                <a:gd name="connsiteX0" fmla="*/ 185108 w 185115"/>
                <a:gd name="connsiteY0" fmla="*/ 234378 h 234377"/>
                <a:gd name="connsiteX1" fmla="*/ 0 w 185115"/>
                <a:gd name="connsiteY1" fmla="*/ 234378 h 234377"/>
                <a:gd name="connsiteX2" fmla="*/ 0 w 185115"/>
                <a:gd name="connsiteY2" fmla="*/ 187410 h 234377"/>
                <a:gd name="connsiteX3" fmla="*/ 116963 w 185115"/>
                <a:gd name="connsiteY3" fmla="*/ 46968 h 234377"/>
                <a:gd name="connsiteX4" fmla="*/ 6900 w 185115"/>
                <a:gd name="connsiteY4" fmla="*/ 46968 h 234377"/>
                <a:gd name="connsiteX5" fmla="*/ 6900 w 185115"/>
                <a:gd name="connsiteY5" fmla="*/ 0 h 234377"/>
                <a:gd name="connsiteX6" fmla="*/ 183274 w 185115"/>
                <a:gd name="connsiteY6" fmla="*/ 0 h 234377"/>
                <a:gd name="connsiteX7" fmla="*/ 183274 w 185115"/>
                <a:gd name="connsiteY7" fmla="*/ 46968 h 234377"/>
                <a:gd name="connsiteX8" fmla="*/ 65850 w 185115"/>
                <a:gd name="connsiteY8" fmla="*/ 187410 h 234377"/>
                <a:gd name="connsiteX9" fmla="*/ 185116 w 185115"/>
                <a:gd name="connsiteY9" fmla="*/ 187410 h 234377"/>
                <a:gd name="connsiteX10" fmla="*/ 185116 w 185115"/>
                <a:gd name="connsiteY10" fmla="*/ 234378 h 234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115" h="234377">
                  <a:moveTo>
                    <a:pt x="185108" y="234378"/>
                  </a:moveTo>
                  <a:lnTo>
                    <a:pt x="0" y="234378"/>
                  </a:lnTo>
                  <a:lnTo>
                    <a:pt x="0" y="187410"/>
                  </a:lnTo>
                  <a:lnTo>
                    <a:pt x="116963" y="46968"/>
                  </a:lnTo>
                  <a:lnTo>
                    <a:pt x="6900" y="46968"/>
                  </a:lnTo>
                  <a:lnTo>
                    <a:pt x="6900" y="0"/>
                  </a:lnTo>
                  <a:lnTo>
                    <a:pt x="183274" y="0"/>
                  </a:lnTo>
                  <a:lnTo>
                    <a:pt x="183274" y="46968"/>
                  </a:lnTo>
                  <a:lnTo>
                    <a:pt x="65850" y="187410"/>
                  </a:lnTo>
                  <a:lnTo>
                    <a:pt x="185116" y="187410"/>
                  </a:lnTo>
                  <a:lnTo>
                    <a:pt x="185116" y="23437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4" name="Freihandform: Form 273">
              <a:extLst>
                <a:ext uri="{FF2B5EF4-FFF2-40B4-BE49-F238E27FC236}">
                  <a16:creationId xmlns:a16="http://schemas.microsoft.com/office/drawing/2014/main" id="{CB08555D-77C4-4E49-9021-BEE8D3903ACB}"/>
                </a:ext>
              </a:extLst>
            </p:cNvPr>
            <p:cNvSpPr/>
            <p:nvPr/>
          </p:nvSpPr>
          <p:spPr>
            <a:xfrm>
              <a:off x="478624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84" y="66311"/>
                    <a:pt x="34533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33" y="0"/>
                  </a:cubicBezTo>
                  <a:cubicBezTo>
                    <a:pt x="53884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5" name="Freihandform: Form 274">
              <a:extLst>
                <a:ext uri="{FF2B5EF4-FFF2-40B4-BE49-F238E27FC236}">
                  <a16:creationId xmlns:a16="http://schemas.microsoft.com/office/drawing/2014/main" id="{B95A74DD-3BCD-4CB1-9EC7-F904CAEFCB5B}"/>
                </a:ext>
              </a:extLst>
            </p:cNvPr>
            <p:cNvSpPr/>
            <p:nvPr/>
          </p:nvSpPr>
          <p:spPr>
            <a:xfrm>
              <a:off x="4904378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503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6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36" y="204919"/>
                    <a:pt x="129850" y="195248"/>
                    <a:pt x="145048" y="176834"/>
                  </a:cubicBezTo>
                  <a:lnTo>
                    <a:pt x="145048" y="135845"/>
                  </a:lnTo>
                  <a:cubicBezTo>
                    <a:pt x="132161" y="132621"/>
                    <a:pt x="118805" y="131240"/>
                    <a:pt x="106831" y="131240"/>
                  </a:cubicBezTo>
                  <a:cubicBezTo>
                    <a:pt x="72298" y="131240"/>
                    <a:pt x="52503" y="145048"/>
                    <a:pt x="52503" y="169918"/>
                  </a:cubicBezTo>
                  <a:cubicBezTo>
                    <a:pt x="52494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6" name="Freihandform: Form 275">
              <a:extLst>
                <a:ext uri="{FF2B5EF4-FFF2-40B4-BE49-F238E27FC236}">
                  <a16:creationId xmlns:a16="http://schemas.microsoft.com/office/drawing/2014/main" id="{B756A931-26C4-46F3-AF51-F75487DE5C6F}"/>
                </a:ext>
              </a:extLst>
            </p:cNvPr>
            <p:cNvSpPr/>
            <p:nvPr/>
          </p:nvSpPr>
          <p:spPr>
            <a:xfrm>
              <a:off x="5173423" y="2950592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7" name="Freihandform: Form 276">
              <a:extLst>
                <a:ext uri="{FF2B5EF4-FFF2-40B4-BE49-F238E27FC236}">
                  <a16:creationId xmlns:a16="http://schemas.microsoft.com/office/drawing/2014/main" id="{7EE99256-843E-4966-A958-37FF836D7C17}"/>
                </a:ext>
              </a:extLst>
            </p:cNvPr>
            <p:cNvSpPr/>
            <p:nvPr/>
          </p:nvSpPr>
          <p:spPr>
            <a:xfrm>
              <a:off x="5275974" y="3058344"/>
              <a:ext cx="330180" cy="234386"/>
            </a:xfrm>
            <a:custGeom>
              <a:avLst/>
              <a:gdLst>
                <a:gd name="connsiteX0" fmla="*/ 330180 w 330180"/>
                <a:gd name="connsiteY0" fmla="*/ 0 h 234386"/>
                <a:gd name="connsiteX1" fmla="*/ 260646 w 330180"/>
                <a:gd name="connsiteY1" fmla="*/ 234386 h 234386"/>
                <a:gd name="connsiteX2" fmla="*/ 208143 w 330180"/>
                <a:gd name="connsiteY2" fmla="*/ 234386 h 234386"/>
                <a:gd name="connsiteX3" fmla="*/ 165320 w 330180"/>
                <a:gd name="connsiteY3" fmla="*/ 72298 h 234386"/>
                <a:gd name="connsiteX4" fmla="*/ 164408 w 330180"/>
                <a:gd name="connsiteY4" fmla="*/ 72298 h 234386"/>
                <a:gd name="connsiteX5" fmla="*/ 122037 w 330180"/>
                <a:gd name="connsiteY5" fmla="*/ 234386 h 234386"/>
                <a:gd name="connsiteX6" fmla="*/ 69535 w 330180"/>
                <a:gd name="connsiteY6" fmla="*/ 234386 h 234386"/>
                <a:gd name="connsiteX7" fmla="*/ 0 w 330180"/>
                <a:gd name="connsiteY7" fmla="*/ 0 h 234386"/>
                <a:gd name="connsiteX8" fmla="*/ 57560 w 330180"/>
                <a:gd name="connsiteY8" fmla="*/ 0 h 234386"/>
                <a:gd name="connsiteX9" fmla="*/ 98089 w 330180"/>
                <a:gd name="connsiteY9" fmla="*/ 157943 h 234386"/>
                <a:gd name="connsiteX10" fmla="*/ 99001 w 330180"/>
                <a:gd name="connsiteY10" fmla="*/ 157943 h 234386"/>
                <a:gd name="connsiteX11" fmla="*/ 140451 w 330180"/>
                <a:gd name="connsiteY11" fmla="*/ 0 h 234386"/>
                <a:gd name="connsiteX12" fmla="*/ 190642 w 330180"/>
                <a:gd name="connsiteY12" fmla="*/ 0 h 234386"/>
                <a:gd name="connsiteX13" fmla="*/ 233465 w 330180"/>
                <a:gd name="connsiteY13" fmla="*/ 157943 h 234386"/>
                <a:gd name="connsiteX14" fmla="*/ 234378 w 330180"/>
                <a:gd name="connsiteY14" fmla="*/ 157943 h 234386"/>
                <a:gd name="connsiteX15" fmla="*/ 273524 w 330180"/>
                <a:gd name="connsiteY15" fmla="*/ 0 h 234386"/>
                <a:gd name="connsiteX16" fmla="*/ 330180 w 330180"/>
                <a:gd name="connsiteY16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0180" h="234386">
                  <a:moveTo>
                    <a:pt x="330180" y="0"/>
                  </a:moveTo>
                  <a:lnTo>
                    <a:pt x="260646" y="234386"/>
                  </a:lnTo>
                  <a:lnTo>
                    <a:pt x="208143" y="234386"/>
                  </a:lnTo>
                  <a:lnTo>
                    <a:pt x="165320" y="72298"/>
                  </a:lnTo>
                  <a:lnTo>
                    <a:pt x="164408" y="72298"/>
                  </a:lnTo>
                  <a:lnTo>
                    <a:pt x="122037" y="234386"/>
                  </a:lnTo>
                  <a:lnTo>
                    <a:pt x="69535" y="234386"/>
                  </a:lnTo>
                  <a:lnTo>
                    <a:pt x="0" y="0"/>
                  </a:lnTo>
                  <a:lnTo>
                    <a:pt x="57560" y="0"/>
                  </a:lnTo>
                  <a:lnTo>
                    <a:pt x="98089" y="157943"/>
                  </a:lnTo>
                  <a:lnTo>
                    <a:pt x="99001" y="157943"/>
                  </a:lnTo>
                  <a:lnTo>
                    <a:pt x="140451" y="0"/>
                  </a:lnTo>
                  <a:lnTo>
                    <a:pt x="190642" y="0"/>
                  </a:lnTo>
                  <a:lnTo>
                    <a:pt x="233465" y="157943"/>
                  </a:lnTo>
                  <a:lnTo>
                    <a:pt x="234378" y="157943"/>
                  </a:lnTo>
                  <a:lnTo>
                    <a:pt x="273524" y="0"/>
                  </a:lnTo>
                  <a:lnTo>
                    <a:pt x="33018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8" name="Freihandform: Form 277">
              <a:extLst>
                <a:ext uri="{FF2B5EF4-FFF2-40B4-BE49-F238E27FC236}">
                  <a16:creationId xmlns:a16="http://schemas.microsoft.com/office/drawing/2014/main" id="{C1566263-06A3-4DAE-81C0-6CD38991B895}"/>
                </a:ext>
              </a:extLst>
            </p:cNvPr>
            <p:cNvSpPr/>
            <p:nvPr/>
          </p:nvSpPr>
          <p:spPr>
            <a:xfrm>
              <a:off x="5647320" y="2954268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9" name="Freihandform: Form 278">
              <a:extLst>
                <a:ext uri="{FF2B5EF4-FFF2-40B4-BE49-F238E27FC236}">
                  <a16:creationId xmlns:a16="http://schemas.microsoft.com/office/drawing/2014/main" id="{C35799A7-8D8C-4526-BFD3-2B76F61338E3}"/>
                </a:ext>
              </a:extLst>
            </p:cNvPr>
            <p:cNvSpPr/>
            <p:nvPr/>
          </p:nvSpPr>
          <p:spPr>
            <a:xfrm>
              <a:off x="5759802" y="3052356"/>
              <a:ext cx="180502" cy="245891"/>
            </a:xfrm>
            <a:custGeom>
              <a:avLst/>
              <a:gdLst>
                <a:gd name="connsiteX0" fmla="*/ 26235 w 180502"/>
                <a:gd name="connsiteY0" fmla="*/ 174063 h 245891"/>
                <a:gd name="connsiteX1" fmla="*/ 92545 w 180502"/>
                <a:gd name="connsiteY1" fmla="*/ 200314 h 245891"/>
                <a:gd name="connsiteX2" fmla="*/ 127078 w 180502"/>
                <a:gd name="connsiteY2" fmla="*/ 176826 h 245891"/>
                <a:gd name="connsiteX3" fmla="*/ 9655 w 180502"/>
                <a:gd name="connsiteY3" fmla="*/ 72750 h 245891"/>
                <a:gd name="connsiteX4" fmla="*/ 98072 w 180502"/>
                <a:gd name="connsiteY4" fmla="*/ 0 h 245891"/>
                <a:gd name="connsiteX5" fmla="*/ 179120 w 180502"/>
                <a:gd name="connsiteY5" fmla="*/ 24401 h 245891"/>
                <a:gd name="connsiteX6" fmla="*/ 153338 w 180502"/>
                <a:gd name="connsiteY6" fmla="*/ 67223 h 245891"/>
                <a:gd name="connsiteX7" fmla="*/ 97159 w 180502"/>
                <a:gd name="connsiteY7" fmla="*/ 46499 h 245891"/>
                <a:gd name="connsiteX8" fmla="*/ 63539 w 180502"/>
                <a:gd name="connsiteY8" fmla="*/ 68145 h 245891"/>
                <a:gd name="connsiteX9" fmla="*/ 180502 w 180502"/>
                <a:gd name="connsiteY9" fmla="*/ 171751 h 245891"/>
                <a:gd name="connsiteX10" fmla="*/ 90251 w 180502"/>
                <a:gd name="connsiteY10" fmla="*/ 245891 h 245891"/>
                <a:gd name="connsiteX11" fmla="*/ 0 w 180502"/>
                <a:gd name="connsiteY11" fmla="*/ 217337 h 245891"/>
                <a:gd name="connsiteX12" fmla="*/ 26235 w 180502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02" h="245891">
                  <a:moveTo>
                    <a:pt x="26235" y="174063"/>
                  </a:moveTo>
                  <a:cubicBezTo>
                    <a:pt x="49254" y="191563"/>
                    <a:pt x="71821" y="200314"/>
                    <a:pt x="92545" y="200314"/>
                  </a:cubicBezTo>
                  <a:cubicBezTo>
                    <a:pt x="112801" y="200314"/>
                    <a:pt x="127078" y="191103"/>
                    <a:pt x="127078" y="176826"/>
                  </a:cubicBezTo>
                  <a:cubicBezTo>
                    <a:pt x="127078" y="136766"/>
                    <a:pt x="9655" y="151035"/>
                    <a:pt x="9655" y="72750"/>
                  </a:cubicBezTo>
                  <a:cubicBezTo>
                    <a:pt x="9655" y="29467"/>
                    <a:pt x="45578" y="0"/>
                    <a:pt x="98072" y="0"/>
                  </a:cubicBezTo>
                  <a:cubicBezTo>
                    <a:pt x="126166" y="0"/>
                    <a:pt x="154259" y="8282"/>
                    <a:pt x="179120" y="24401"/>
                  </a:cubicBezTo>
                  <a:lnTo>
                    <a:pt x="153338" y="67223"/>
                  </a:lnTo>
                  <a:cubicBezTo>
                    <a:pt x="133074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02" y="93014"/>
                    <a:pt x="180502" y="171751"/>
                  </a:cubicBezTo>
                  <a:cubicBezTo>
                    <a:pt x="180502" y="215956"/>
                    <a:pt x="144127" y="245891"/>
                    <a:pt x="90251" y="245891"/>
                  </a:cubicBezTo>
                  <a:cubicBezTo>
                    <a:pt x="58942" y="245891"/>
                    <a:pt x="27164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0" name="Freihandform: Form 279">
              <a:extLst>
                <a:ext uri="{FF2B5EF4-FFF2-40B4-BE49-F238E27FC236}">
                  <a16:creationId xmlns:a16="http://schemas.microsoft.com/office/drawing/2014/main" id="{A3C8438E-2478-4F49-9168-B8953F43F7B6}"/>
                </a:ext>
              </a:extLst>
            </p:cNvPr>
            <p:cNvSpPr/>
            <p:nvPr/>
          </p:nvSpPr>
          <p:spPr>
            <a:xfrm>
              <a:off x="597652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87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47 w 180510"/>
                <a:gd name="connsiteY8" fmla="*/ 68145 h 245891"/>
                <a:gd name="connsiteX9" fmla="*/ 180510 w 180510"/>
                <a:gd name="connsiteY9" fmla="*/ 171751 h 245891"/>
                <a:gd name="connsiteX10" fmla="*/ 90259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1" y="200314"/>
                    <a:pt x="92545" y="200314"/>
                  </a:cubicBezTo>
                  <a:cubicBezTo>
                    <a:pt x="112809" y="200314"/>
                    <a:pt x="127087" y="191103"/>
                    <a:pt x="127087" y="176826"/>
                  </a:cubicBezTo>
                  <a:cubicBezTo>
                    <a:pt x="127087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2" y="53415"/>
                    <a:pt x="115129" y="46499"/>
                    <a:pt x="97159" y="46499"/>
                  </a:cubicBezTo>
                  <a:cubicBezTo>
                    <a:pt x="76904" y="46499"/>
                    <a:pt x="63547" y="55249"/>
                    <a:pt x="63547" y="68145"/>
                  </a:cubicBezTo>
                  <a:cubicBezTo>
                    <a:pt x="63547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9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1" name="Freihandform: Form 280">
              <a:extLst>
                <a:ext uri="{FF2B5EF4-FFF2-40B4-BE49-F238E27FC236}">
                  <a16:creationId xmlns:a16="http://schemas.microsoft.com/office/drawing/2014/main" id="{79FA65E8-3B49-486C-BBA8-7D5BFAF50194}"/>
                </a:ext>
              </a:extLst>
            </p:cNvPr>
            <p:cNvSpPr/>
            <p:nvPr/>
          </p:nvSpPr>
          <p:spPr>
            <a:xfrm>
              <a:off x="6201863" y="3052356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5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7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4" y="207214"/>
                  </a:lnTo>
                  <a:cubicBezTo>
                    <a:pt x="181432" y="233465"/>
                    <a:pt x="151496" y="245900"/>
                    <a:pt x="116034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5" y="65850"/>
                    <a:pt x="139990" y="45125"/>
                    <a:pt x="109134" y="45125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2" name="Freihandform: Form 281">
              <a:extLst>
                <a:ext uri="{FF2B5EF4-FFF2-40B4-BE49-F238E27FC236}">
                  <a16:creationId xmlns:a16="http://schemas.microsoft.com/office/drawing/2014/main" id="{C4A39B2C-6C0D-42F4-BC52-B3B451C480B1}"/>
                </a:ext>
              </a:extLst>
            </p:cNvPr>
            <p:cNvSpPr/>
            <p:nvPr/>
          </p:nvSpPr>
          <p:spPr>
            <a:xfrm>
              <a:off x="6475831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7 w 201695"/>
                <a:gd name="connsiteY4" fmla="*/ 105910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7" y="80579"/>
                    <a:pt x="54797" y="105910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3" name="Freihandform: Form 282">
              <a:extLst>
                <a:ext uri="{FF2B5EF4-FFF2-40B4-BE49-F238E27FC236}">
                  <a16:creationId xmlns:a16="http://schemas.microsoft.com/office/drawing/2014/main" id="{46BB5A8F-C21E-4D01-B431-807803FB5AD6}"/>
                </a:ext>
              </a:extLst>
            </p:cNvPr>
            <p:cNvSpPr/>
            <p:nvPr/>
          </p:nvSpPr>
          <p:spPr>
            <a:xfrm>
              <a:off x="672606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7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0" y="200314"/>
                    <a:pt x="92545" y="200314"/>
                  </a:cubicBezTo>
                  <a:cubicBezTo>
                    <a:pt x="112809" y="200314"/>
                    <a:pt x="127078" y="191103"/>
                    <a:pt x="127078" y="176826"/>
                  </a:cubicBezTo>
                  <a:cubicBezTo>
                    <a:pt x="127078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5" y="0"/>
                    <a:pt x="154259" y="8282"/>
                    <a:pt x="179128" y="24401"/>
                  </a:cubicBezTo>
                  <a:lnTo>
                    <a:pt x="153337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1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4" name="Freihandform: Form 283">
              <a:extLst>
                <a:ext uri="{FF2B5EF4-FFF2-40B4-BE49-F238E27FC236}">
                  <a16:creationId xmlns:a16="http://schemas.microsoft.com/office/drawing/2014/main" id="{E2B32CBE-81D4-4157-A204-C55B0BFC36FD}"/>
                </a:ext>
              </a:extLst>
            </p:cNvPr>
            <p:cNvSpPr/>
            <p:nvPr/>
          </p:nvSpPr>
          <p:spPr>
            <a:xfrm>
              <a:off x="6951395" y="3052365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8 w 197542"/>
                <a:gd name="connsiteY3" fmla="*/ 0 h 245899"/>
                <a:gd name="connsiteX4" fmla="*/ 197542 w 197542"/>
                <a:gd name="connsiteY4" fmla="*/ 40060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25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60"/>
                  </a:cubicBezTo>
                  <a:lnTo>
                    <a:pt x="159777" y="75974"/>
                  </a:lnTo>
                  <a:cubicBezTo>
                    <a:pt x="145969" y="58013"/>
                    <a:pt x="131231" y="50192"/>
                    <a:pt x="112809" y="50192"/>
                  </a:cubicBezTo>
                  <a:cubicBezTo>
                    <a:pt x="78276" y="50192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62" y="196161"/>
                    <a:pt x="145500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5" name="Freihandform: Form 284">
              <a:extLst>
                <a:ext uri="{FF2B5EF4-FFF2-40B4-BE49-F238E27FC236}">
                  <a16:creationId xmlns:a16="http://schemas.microsoft.com/office/drawing/2014/main" id="{11A2A934-6ABD-469C-A7DA-94052AA3ACD9}"/>
                </a:ext>
              </a:extLst>
            </p:cNvPr>
            <p:cNvSpPr/>
            <p:nvPr/>
          </p:nvSpPr>
          <p:spPr>
            <a:xfrm>
              <a:off x="7195938" y="2950140"/>
              <a:ext cx="201695" cy="342598"/>
            </a:xfrm>
            <a:custGeom>
              <a:avLst/>
              <a:gdLst>
                <a:gd name="connsiteX0" fmla="*/ 201695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7 h 342598"/>
                <a:gd name="connsiteX10" fmla="*/ 55718 w 201695"/>
                <a:gd name="connsiteY10" fmla="*/ 136297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5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7"/>
                  </a:lnTo>
                  <a:lnTo>
                    <a:pt x="55718" y="136297"/>
                  </a:lnTo>
                  <a:cubicBezTo>
                    <a:pt x="69074" y="115573"/>
                    <a:pt x="93483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6" name="Freihandform: Form 285">
              <a:extLst>
                <a:ext uri="{FF2B5EF4-FFF2-40B4-BE49-F238E27FC236}">
                  <a16:creationId xmlns:a16="http://schemas.microsoft.com/office/drawing/2014/main" id="{3BB1BD05-C8A4-4547-A1A7-DBF8092E1E72}"/>
                </a:ext>
              </a:extLst>
            </p:cNvPr>
            <p:cNvSpPr/>
            <p:nvPr/>
          </p:nvSpPr>
          <p:spPr>
            <a:xfrm>
              <a:off x="7451652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86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8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19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8" y="131240"/>
                    <a:pt x="106822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7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7" name="Freihandform: Form 286">
              <a:extLst>
                <a:ext uri="{FF2B5EF4-FFF2-40B4-BE49-F238E27FC236}">
                  <a16:creationId xmlns:a16="http://schemas.microsoft.com/office/drawing/2014/main" id="{0E2A3272-C104-4611-8721-06CADC35166A}"/>
                </a:ext>
              </a:extLst>
            </p:cNvPr>
            <p:cNvSpPr/>
            <p:nvPr/>
          </p:nvSpPr>
          <p:spPr>
            <a:xfrm>
              <a:off x="7694437" y="2946899"/>
              <a:ext cx="143674" cy="345830"/>
            </a:xfrm>
            <a:custGeom>
              <a:avLst/>
              <a:gdLst>
                <a:gd name="connsiteX0" fmla="*/ 143674 w 143674"/>
                <a:gd name="connsiteY0" fmla="*/ 51582 h 345830"/>
                <a:gd name="connsiteX1" fmla="*/ 119734 w 143674"/>
                <a:gd name="connsiteY1" fmla="*/ 46976 h 345830"/>
                <a:gd name="connsiteX2" fmla="*/ 90720 w 143674"/>
                <a:gd name="connsiteY2" fmla="*/ 79667 h 345830"/>
                <a:gd name="connsiteX3" fmla="*/ 90720 w 143674"/>
                <a:gd name="connsiteY3" fmla="*/ 111445 h 345830"/>
                <a:gd name="connsiteX4" fmla="*/ 137235 w 143674"/>
                <a:gd name="connsiteY4" fmla="*/ 111445 h 345830"/>
                <a:gd name="connsiteX5" fmla="*/ 137235 w 143674"/>
                <a:gd name="connsiteY5" fmla="*/ 157031 h 345830"/>
                <a:gd name="connsiteX6" fmla="*/ 91180 w 143674"/>
                <a:gd name="connsiteY6" fmla="*/ 157031 h 345830"/>
                <a:gd name="connsiteX7" fmla="*/ 91180 w 143674"/>
                <a:gd name="connsiteY7" fmla="*/ 345831 h 345830"/>
                <a:gd name="connsiteX8" fmla="*/ 36383 w 143674"/>
                <a:gd name="connsiteY8" fmla="*/ 345831 h 345830"/>
                <a:gd name="connsiteX9" fmla="*/ 36383 w 143674"/>
                <a:gd name="connsiteY9" fmla="*/ 157031 h 345830"/>
                <a:gd name="connsiteX10" fmla="*/ 0 w 143674"/>
                <a:gd name="connsiteY10" fmla="*/ 157031 h 345830"/>
                <a:gd name="connsiteX11" fmla="*/ 0 w 143674"/>
                <a:gd name="connsiteY11" fmla="*/ 111445 h 345830"/>
                <a:gd name="connsiteX12" fmla="*/ 36383 w 143674"/>
                <a:gd name="connsiteY12" fmla="*/ 111445 h 345830"/>
                <a:gd name="connsiteX13" fmla="*/ 36383 w 143674"/>
                <a:gd name="connsiteY13" fmla="*/ 77825 h 345830"/>
                <a:gd name="connsiteX14" fmla="*/ 110983 w 143674"/>
                <a:gd name="connsiteY14" fmla="*/ 0 h 345830"/>
                <a:gd name="connsiteX15" fmla="*/ 143674 w 143674"/>
                <a:gd name="connsiteY15" fmla="*/ 5066 h 345830"/>
                <a:gd name="connsiteX16" fmla="*/ 143674 w 143674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74" h="345830">
                  <a:moveTo>
                    <a:pt x="143674" y="51582"/>
                  </a:moveTo>
                  <a:cubicBezTo>
                    <a:pt x="136306" y="48358"/>
                    <a:pt x="127555" y="46976"/>
                    <a:pt x="119734" y="46976"/>
                  </a:cubicBezTo>
                  <a:cubicBezTo>
                    <a:pt x="99010" y="46976"/>
                    <a:pt x="90720" y="57569"/>
                    <a:pt x="90720" y="79667"/>
                  </a:cubicBezTo>
                  <a:lnTo>
                    <a:pt x="90720" y="111445"/>
                  </a:lnTo>
                  <a:lnTo>
                    <a:pt x="137235" y="111445"/>
                  </a:lnTo>
                  <a:lnTo>
                    <a:pt x="137235" y="157031"/>
                  </a:lnTo>
                  <a:lnTo>
                    <a:pt x="91180" y="157031"/>
                  </a:lnTo>
                  <a:lnTo>
                    <a:pt x="91180" y="345831"/>
                  </a:lnTo>
                  <a:lnTo>
                    <a:pt x="36383" y="345831"/>
                  </a:lnTo>
                  <a:lnTo>
                    <a:pt x="36383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83" y="111445"/>
                  </a:lnTo>
                  <a:lnTo>
                    <a:pt x="36383" y="77825"/>
                  </a:lnTo>
                  <a:cubicBezTo>
                    <a:pt x="36383" y="29015"/>
                    <a:pt x="58490" y="0"/>
                    <a:pt x="110983" y="0"/>
                  </a:cubicBezTo>
                  <a:cubicBezTo>
                    <a:pt x="122958" y="0"/>
                    <a:pt x="134472" y="1382"/>
                    <a:pt x="143674" y="5066"/>
                  </a:cubicBezTo>
                  <a:lnTo>
                    <a:pt x="143674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8" name="Freihandform: Form 287">
              <a:extLst>
                <a:ext uri="{FF2B5EF4-FFF2-40B4-BE49-F238E27FC236}">
                  <a16:creationId xmlns:a16="http://schemas.microsoft.com/office/drawing/2014/main" id="{58991AAA-2773-4AF3-A0C0-BCBBC8236D08}"/>
                </a:ext>
              </a:extLst>
            </p:cNvPr>
            <p:cNvSpPr/>
            <p:nvPr/>
          </p:nvSpPr>
          <p:spPr>
            <a:xfrm>
              <a:off x="7867277" y="2982353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9" name="Freihandform: Form 288">
              <a:extLst>
                <a:ext uri="{FF2B5EF4-FFF2-40B4-BE49-F238E27FC236}">
                  <a16:creationId xmlns:a16="http://schemas.microsoft.com/office/drawing/2014/main" id="{BE6DF724-2E49-4DC2-A0EC-8498D22EADAE}"/>
                </a:ext>
              </a:extLst>
            </p:cNvPr>
            <p:cNvSpPr/>
            <p:nvPr/>
          </p:nvSpPr>
          <p:spPr>
            <a:xfrm>
              <a:off x="8049797" y="3052356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4 w 214130"/>
                <a:gd name="connsiteY2" fmla="*/ 0 h 245899"/>
                <a:gd name="connsiteX3" fmla="*/ 214131 w 214130"/>
                <a:gd name="connsiteY3" fmla="*/ 119266 h 245899"/>
                <a:gd name="connsiteX4" fmla="*/ 213209 w 214130"/>
                <a:gd name="connsiteY4" fmla="*/ 141824 h 245899"/>
                <a:gd name="connsiteX5" fmla="*/ 55727 w 214130"/>
                <a:gd name="connsiteY5" fmla="*/ 141824 h 245899"/>
                <a:gd name="connsiteX6" fmla="*/ 116510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88 w 214130"/>
                <a:gd name="connsiteY10" fmla="*/ 101765 h 245899"/>
                <a:gd name="connsiteX11" fmla="*/ 161159 w 214130"/>
                <a:gd name="connsiteY11" fmla="*/ 101765 h 245899"/>
                <a:gd name="connsiteX12" fmla="*/ 109125 w 214130"/>
                <a:gd name="connsiteY12" fmla="*/ 45125 h 245899"/>
                <a:gd name="connsiteX13" fmla="*/ 5478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4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09" y="141824"/>
                  </a:cubicBezTo>
                  <a:lnTo>
                    <a:pt x="55727" y="141824"/>
                  </a:lnTo>
                  <a:cubicBezTo>
                    <a:pt x="61714" y="178207"/>
                    <a:pt x="83351" y="198924"/>
                    <a:pt x="116510" y="198924"/>
                  </a:cubicBezTo>
                  <a:cubicBezTo>
                    <a:pt x="138147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23" y="233465"/>
                    <a:pt x="151487" y="245900"/>
                    <a:pt x="116033" y="245900"/>
                  </a:cubicBezTo>
                  <a:close/>
                  <a:moveTo>
                    <a:pt x="54788" y="101765"/>
                  </a:moveTo>
                  <a:lnTo>
                    <a:pt x="161159" y="101765"/>
                  </a:lnTo>
                  <a:cubicBezTo>
                    <a:pt x="158864" y="65850"/>
                    <a:pt x="139981" y="45125"/>
                    <a:pt x="109125" y="45125"/>
                  </a:cubicBezTo>
                  <a:cubicBezTo>
                    <a:pt x="78729" y="45134"/>
                    <a:pt x="59394" y="65390"/>
                    <a:pt x="54788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0" name="Freihandform: Form 289">
              <a:extLst>
                <a:ext uri="{FF2B5EF4-FFF2-40B4-BE49-F238E27FC236}">
                  <a16:creationId xmlns:a16="http://schemas.microsoft.com/office/drawing/2014/main" id="{6F2B2A44-D3B9-4839-8780-2523FC7C0CFA}"/>
                </a:ext>
              </a:extLst>
            </p:cNvPr>
            <p:cNvSpPr/>
            <p:nvPr/>
          </p:nvSpPr>
          <p:spPr>
            <a:xfrm>
              <a:off x="8323756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1" name="Freihandform: Form 290">
              <a:extLst>
                <a:ext uri="{FF2B5EF4-FFF2-40B4-BE49-F238E27FC236}">
                  <a16:creationId xmlns:a16="http://schemas.microsoft.com/office/drawing/2014/main" id="{A7B61303-4423-4700-A145-E52E0AAF82EC}"/>
                </a:ext>
              </a:extLst>
            </p:cNvPr>
            <p:cNvSpPr/>
            <p:nvPr/>
          </p:nvSpPr>
          <p:spPr>
            <a:xfrm>
              <a:off x="8741466" y="2935854"/>
              <a:ext cx="31309" cy="452200"/>
            </a:xfrm>
            <a:custGeom>
              <a:avLst/>
              <a:gdLst>
                <a:gd name="connsiteX0" fmla="*/ 31309 w 31309"/>
                <a:gd name="connsiteY0" fmla="*/ 452201 h 452200"/>
                <a:gd name="connsiteX1" fmla="*/ 0 w 31309"/>
                <a:gd name="connsiteY1" fmla="*/ 452201 h 452200"/>
                <a:gd name="connsiteX2" fmla="*/ 0 w 31309"/>
                <a:gd name="connsiteY2" fmla="*/ 0 h 452200"/>
                <a:gd name="connsiteX3" fmla="*/ 31309 w 31309"/>
                <a:gd name="connsiteY3" fmla="*/ 0 h 452200"/>
                <a:gd name="connsiteX4" fmla="*/ 31309 w 31309"/>
                <a:gd name="connsiteY4" fmla="*/ 452201 h 452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309" h="452200">
                  <a:moveTo>
                    <a:pt x="31309" y="452201"/>
                  </a:moveTo>
                  <a:lnTo>
                    <a:pt x="0" y="452201"/>
                  </a:lnTo>
                  <a:lnTo>
                    <a:pt x="0" y="0"/>
                  </a:lnTo>
                  <a:lnTo>
                    <a:pt x="31309" y="0"/>
                  </a:lnTo>
                  <a:lnTo>
                    <a:pt x="31309" y="45220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2" name="Freihandform: Form 291">
              <a:extLst>
                <a:ext uri="{FF2B5EF4-FFF2-40B4-BE49-F238E27FC236}">
                  <a16:creationId xmlns:a16="http://schemas.microsoft.com/office/drawing/2014/main" id="{CAA87110-575D-4D1F-A310-D946F13A5FF3}"/>
                </a:ext>
              </a:extLst>
            </p:cNvPr>
            <p:cNvSpPr/>
            <p:nvPr/>
          </p:nvSpPr>
          <p:spPr>
            <a:xfrm>
              <a:off x="8970820" y="2968545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8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3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8 w 398768"/>
                <a:gd name="connsiteY9" fmla="*/ 0 h 324184"/>
                <a:gd name="connsiteX10" fmla="*/ 317260 w 398768"/>
                <a:gd name="connsiteY10" fmla="*/ 324185 h 324184"/>
                <a:gd name="connsiteX11" fmla="*/ 257857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8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3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8" y="0"/>
                  </a:lnTo>
                  <a:lnTo>
                    <a:pt x="317260" y="324185"/>
                  </a:lnTo>
                  <a:lnTo>
                    <a:pt x="257857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3" name="Freihandform: Form 292">
              <a:extLst>
                <a:ext uri="{FF2B5EF4-FFF2-40B4-BE49-F238E27FC236}">
                  <a16:creationId xmlns:a16="http://schemas.microsoft.com/office/drawing/2014/main" id="{284BB8DF-265D-4207-A163-D86AF4D1D7FF}"/>
                </a:ext>
              </a:extLst>
            </p:cNvPr>
            <p:cNvSpPr/>
            <p:nvPr/>
          </p:nvSpPr>
          <p:spPr>
            <a:xfrm>
              <a:off x="941575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4" name="Freihandform: Form 293">
              <a:extLst>
                <a:ext uri="{FF2B5EF4-FFF2-40B4-BE49-F238E27FC236}">
                  <a16:creationId xmlns:a16="http://schemas.microsoft.com/office/drawing/2014/main" id="{4DB9C8B7-8322-4B56-AFD9-905DC7EF49E5}"/>
                </a:ext>
              </a:extLst>
            </p:cNvPr>
            <p:cNvSpPr/>
            <p:nvPr/>
          </p:nvSpPr>
          <p:spPr>
            <a:xfrm>
              <a:off x="9528805" y="2963018"/>
              <a:ext cx="227486" cy="335246"/>
            </a:xfrm>
            <a:custGeom>
              <a:avLst/>
              <a:gdLst>
                <a:gd name="connsiteX0" fmla="*/ 36383 w 227486"/>
                <a:gd name="connsiteY0" fmla="*/ 245900 h 335246"/>
                <a:gd name="connsiteX1" fmla="*/ 116971 w 227486"/>
                <a:gd name="connsiteY1" fmla="*/ 282283 h 335246"/>
                <a:gd name="connsiteX2" fmla="*/ 169466 w 227486"/>
                <a:gd name="connsiteY2" fmla="*/ 241755 h 335246"/>
                <a:gd name="connsiteX3" fmla="*/ 10601 w 227486"/>
                <a:gd name="connsiteY3" fmla="*/ 93944 h 335246"/>
                <a:gd name="connsiteX4" fmla="*/ 120656 w 227486"/>
                <a:gd name="connsiteY4" fmla="*/ 0 h 335246"/>
                <a:gd name="connsiteX5" fmla="*/ 225183 w 227486"/>
                <a:gd name="connsiteY5" fmla="*/ 39147 h 335246"/>
                <a:gd name="connsiteX6" fmla="*/ 188808 w 227486"/>
                <a:gd name="connsiteY6" fmla="*/ 83812 h 335246"/>
                <a:gd name="connsiteX7" fmla="*/ 117884 w 227486"/>
                <a:gd name="connsiteY7" fmla="*/ 52503 h 335246"/>
                <a:gd name="connsiteX8" fmla="*/ 68613 w 227486"/>
                <a:gd name="connsiteY8" fmla="*/ 88886 h 335246"/>
                <a:gd name="connsiteX9" fmla="*/ 227486 w 227486"/>
                <a:gd name="connsiteY9" fmla="*/ 237158 h 335246"/>
                <a:gd name="connsiteX10" fmla="*/ 115590 w 227486"/>
                <a:gd name="connsiteY10" fmla="*/ 335246 h 335246"/>
                <a:gd name="connsiteX11" fmla="*/ 0 w 227486"/>
                <a:gd name="connsiteY11" fmla="*/ 290573 h 335246"/>
                <a:gd name="connsiteX12" fmla="*/ 36383 w 227486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86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71" y="282283"/>
                  </a:cubicBezTo>
                  <a:cubicBezTo>
                    <a:pt x="147359" y="282283"/>
                    <a:pt x="169466" y="265243"/>
                    <a:pt x="169466" y="241755"/>
                  </a:cubicBezTo>
                  <a:cubicBezTo>
                    <a:pt x="169466" y="179589"/>
                    <a:pt x="10601" y="198932"/>
                    <a:pt x="10601" y="93944"/>
                  </a:cubicBezTo>
                  <a:cubicBezTo>
                    <a:pt x="10601" y="38226"/>
                    <a:pt x="55727" y="0"/>
                    <a:pt x="120656" y="0"/>
                  </a:cubicBezTo>
                  <a:cubicBezTo>
                    <a:pt x="159342" y="0"/>
                    <a:pt x="195256" y="13356"/>
                    <a:pt x="225183" y="39147"/>
                  </a:cubicBezTo>
                  <a:lnTo>
                    <a:pt x="188808" y="83812"/>
                  </a:lnTo>
                  <a:cubicBezTo>
                    <a:pt x="165321" y="63087"/>
                    <a:pt x="141841" y="52503"/>
                    <a:pt x="117884" y="52503"/>
                  </a:cubicBezTo>
                  <a:cubicBezTo>
                    <a:pt x="89339" y="52503"/>
                    <a:pt x="68613" y="67692"/>
                    <a:pt x="68613" y="88886"/>
                  </a:cubicBezTo>
                  <a:cubicBezTo>
                    <a:pt x="68613" y="147359"/>
                    <a:pt x="227486" y="128024"/>
                    <a:pt x="227486" y="237158"/>
                  </a:cubicBezTo>
                  <a:cubicBezTo>
                    <a:pt x="227486" y="295639"/>
                    <a:pt x="182352" y="335246"/>
                    <a:pt x="115590" y="335246"/>
                  </a:cubicBezTo>
                  <a:cubicBezTo>
                    <a:pt x="72767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95" name="Freihandform: Form 294">
              <a:extLst>
                <a:ext uri="{FF2B5EF4-FFF2-40B4-BE49-F238E27FC236}">
                  <a16:creationId xmlns:a16="http://schemas.microsoft.com/office/drawing/2014/main" id="{17E12F20-0FCA-412C-B4C2-F749AFFCAD6E}"/>
                </a:ext>
              </a:extLst>
            </p:cNvPr>
            <p:cNvSpPr/>
            <p:nvPr/>
          </p:nvSpPr>
          <p:spPr>
            <a:xfrm>
              <a:off x="9804959" y="3052356"/>
              <a:ext cx="225636" cy="245908"/>
            </a:xfrm>
            <a:custGeom>
              <a:avLst/>
              <a:gdLst>
                <a:gd name="connsiteX0" fmla="*/ 0 w 225636"/>
                <a:gd name="connsiteY0" fmla="*/ 122950 h 245908"/>
                <a:gd name="connsiteX1" fmla="*/ 113739 w 225636"/>
                <a:gd name="connsiteY1" fmla="*/ 0 h 245908"/>
                <a:gd name="connsiteX2" fmla="*/ 225636 w 225636"/>
                <a:gd name="connsiteY2" fmla="*/ 122950 h 245908"/>
                <a:gd name="connsiteX3" fmla="*/ 113739 w 225636"/>
                <a:gd name="connsiteY3" fmla="*/ 245908 h 245908"/>
                <a:gd name="connsiteX4" fmla="*/ 0 w 225636"/>
                <a:gd name="connsiteY4" fmla="*/ 122950 h 245908"/>
                <a:gd name="connsiteX5" fmla="*/ 171300 w 225636"/>
                <a:gd name="connsiteY5" fmla="*/ 123410 h 245908"/>
                <a:gd name="connsiteX6" fmla="*/ 112818 w 225636"/>
                <a:gd name="connsiteY6" fmla="*/ 49731 h 245908"/>
                <a:gd name="connsiteX7" fmla="*/ 54345 w 225636"/>
                <a:gd name="connsiteY7" fmla="*/ 122481 h 245908"/>
                <a:gd name="connsiteX8" fmla="*/ 113287 w 225636"/>
                <a:gd name="connsiteY8" fmla="*/ 196621 h 245908"/>
                <a:gd name="connsiteX9" fmla="*/ 171300 w 225636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36" h="245908">
                  <a:moveTo>
                    <a:pt x="0" y="122950"/>
                  </a:moveTo>
                  <a:cubicBezTo>
                    <a:pt x="0" y="49270"/>
                    <a:pt x="45586" y="0"/>
                    <a:pt x="113739" y="0"/>
                  </a:cubicBezTo>
                  <a:cubicBezTo>
                    <a:pt x="181431" y="0"/>
                    <a:pt x="225636" y="48349"/>
                    <a:pt x="225636" y="122950"/>
                  </a:cubicBezTo>
                  <a:cubicBezTo>
                    <a:pt x="225636" y="196629"/>
                    <a:pt x="181884" y="245908"/>
                    <a:pt x="113739" y="245908"/>
                  </a:cubicBezTo>
                  <a:cubicBezTo>
                    <a:pt x="46047" y="245900"/>
                    <a:pt x="0" y="197090"/>
                    <a:pt x="0" y="122950"/>
                  </a:cubicBezTo>
                  <a:close/>
                  <a:moveTo>
                    <a:pt x="171300" y="123410"/>
                  </a:moveTo>
                  <a:cubicBezTo>
                    <a:pt x="171300" y="77824"/>
                    <a:pt x="148741" y="49731"/>
                    <a:pt x="112818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03" y="196621"/>
                    <a:pt x="113287" y="196621"/>
                  </a:cubicBezTo>
                  <a:cubicBezTo>
                    <a:pt x="149193" y="196629"/>
                    <a:pt x="171300" y="168536"/>
                    <a:pt x="171300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pic>
        <p:nvPicPr>
          <p:cNvPr id="4" name="Grafik 3">
            <a:extLst>
              <a:ext uri="{FF2B5EF4-FFF2-40B4-BE49-F238E27FC236}">
                <a16:creationId xmlns:a16="http://schemas.microsoft.com/office/drawing/2014/main" id="{14A9A54A-8268-4FBB-8624-CA55897E9E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200" y="302400"/>
            <a:ext cx="1404630" cy="53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5262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F31EF-6EA6-4A24-8992-69DC7A69151C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BF8056C4-F1A1-4860-B863-70A38CCE20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4B92765-C038-4DB7-B6CF-33827BB874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B48DD939-0764-4598-B8A8-5EF7FD589A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0169AC75-2D8F-414A-A2F5-470DEC8B53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78F9E3F2-C660-4ABB-83AF-3F5B3E2F77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CAB2683D-D5E7-45B9-9133-F4CFD483FA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952E3AD3-9675-4713-A437-FEFA1B54002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852432A-5FDF-42C2-BC07-F1752012B84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B2468A8B-4816-458C-AEB6-53AB9CF88AF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5" name="Textplatzhalter 6">
            <a:extLst>
              <a:ext uri="{FF2B5EF4-FFF2-40B4-BE49-F238E27FC236}">
                <a16:creationId xmlns:a16="http://schemas.microsoft.com/office/drawing/2014/main" id="{F92C0AC2-BCD1-47F5-99DB-35823E79AB9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6E5C8951-ED83-4B8D-A041-11DC6291DD8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36190" y="1632184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7D6B79FA-8C76-4CA9-AF55-F7541503ECB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06332" y="1632184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07 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89249A36-CB58-4007-8E81-30FA75194BA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36190" y="2355533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953A9A61-99D0-44B5-89EB-1D1035F914B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06332" y="2355533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08 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E80B7F99-D2A6-486E-BB92-8192AB563E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636190" y="452558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C08D70F6-D151-42E1-8F5E-DD5ADD0927D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06332" y="4525580"/>
            <a:ext cx="30784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11 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34991AD2-EBFD-4358-9611-2BE7F693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636190" y="3078882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E6132B6E-46AD-4F19-ACEF-FC5E2EBEEE7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06332" y="3078882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09 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5B29B58B-9C14-4145-95A8-C62AC51F1A6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190" y="3802231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6DB4F9-1F61-4B1E-8694-CF32F6ABEB8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6332" y="380223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10 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139CCA6-FA40-4FAD-991E-8F0D932F40B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636190" y="524893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7" name="Textplatzhalter 6">
            <a:extLst>
              <a:ext uri="{FF2B5EF4-FFF2-40B4-BE49-F238E27FC236}">
                <a16:creationId xmlns:a16="http://schemas.microsoft.com/office/drawing/2014/main" id="{4ABC58A4-2FF6-4DD6-B7CE-07D57A9854B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06332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12 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83D1D4D-3108-48AF-9002-E2787CA11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</p:spPr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8" name="Textplatzhalter 9">
            <a:extLst>
              <a:ext uri="{FF2B5EF4-FFF2-40B4-BE49-F238E27FC236}">
                <a16:creationId xmlns:a16="http://schemas.microsoft.com/office/drawing/2014/main" id="{37A4DE60-6537-42AA-B80E-663634EF66B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9" name="Textplatzhalter 6">
            <a:extLst>
              <a:ext uri="{FF2B5EF4-FFF2-40B4-BE49-F238E27FC236}">
                <a16:creationId xmlns:a16="http://schemas.microsoft.com/office/drawing/2014/main" id="{D6F3326C-A71E-4096-84A9-CBF2623C8C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40" name="Textplatzhalter 6">
            <a:extLst>
              <a:ext uri="{FF2B5EF4-FFF2-40B4-BE49-F238E27FC236}">
                <a16:creationId xmlns:a16="http://schemas.microsoft.com/office/drawing/2014/main" id="{E6C7796D-6ED1-4B91-AD58-8FB5EA6F6F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251941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|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C6F78-0142-493C-81EB-3432612FA901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9" name="Bildplatzhalter 8">
            <a:extLst>
              <a:ext uri="{FF2B5EF4-FFF2-40B4-BE49-F238E27FC236}">
                <a16:creationId xmlns:a16="http://schemas.microsoft.com/office/drawing/2014/main" id="{C307E1A8-BB91-4A01-9481-49FD8B5663F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40" name="Textplatzhalter 10">
            <a:extLst>
              <a:ext uri="{FF2B5EF4-FFF2-40B4-BE49-F238E27FC236}">
                <a16:creationId xmlns:a16="http://schemas.microsoft.com/office/drawing/2014/main" id="{7ADEC47A-086D-40D0-ACA4-6913593381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06329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Textplatzhalter 6">
            <a:extLst>
              <a:ext uri="{FF2B5EF4-FFF2-40B4-BE49-F238E27FC236}">
                <a16:creationId xmlns:a16="http://schemas.microsoft.com/office/drawing/2014/main" id="{814385D7-3CBE-40E3-B67F-C8C515F3C0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BF0108A6-83E5-4EB1-9FFE-599D1B8CC3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267C2477-3228-475F-AFD7-A441A08AAE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372EDABB-0CB3-495E-B38E-EBB187C3F0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F8DE391A-D3CD-46A0-9DA6-BE18B632C97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6D22FFA5-3E37-4F35-A696-49186B6B111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BFD50D54-7BD1-4F76-8C9C-C2D77E59243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1CB17604-E112-4197-B54C-292891529DF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D30B4D90-1B5E-403E-AD31-C320040320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72B1944A-640B-4200-A785-CFA163F718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CB7BBA-6A53-45DD-882E-1DF6A99780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E56B6C1-047C-44D7-B1DD-8B723581E0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rgbClr val="C50F3C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21" name="Bildplatzhalter 6">
            <a:extLst>
              <a:ext uri="{FF2B5EF4-FFF2-40B4-BE49-F238E27FC236}">
                <a16:creationId xmlns:a16="http://schemas.microsoft.com/office/drawing/2014/main" id="{8F4DFED6-EBAA-4D0C-A5C6-CD2902883FB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65D3C98-AF8F-400F-858D-1D6CD4B9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24" name="Textplatzhalter 9">
            <a:extLst>
              <a:ext uri="{FF2B5EF4-FFF2-40B4-BE49-F238E27FC236}">
                <a16:creationId xmlns:a16="http://schemas.microsoft.com/office/drawing/2014/main" id="{48A61E00-2C71-4160-8106-B46A2E72025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176005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318" y="2875002"/>
            <a:ext cx="11157743" cy="1107996"/>
          </a:xfrm>
        </p:spPr>
        <p:txBody>
          <a:bodyPr anchor="ctr" anchorCtr="0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Kapiteltrenner</a:t>
            </a:r>
            <a:br>
              <a:rPr lang="de-DE" dirty="0"/>
            </a:br>
            <a:r>
              <a:rPr lang="de-DE" dirty="0"/>
              <a:t>Mehrzeilig möglich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B444903-923D-4B2A-A382-CD9330EAD3FE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7987594-F169-42FB-8839-77BF8D405E37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9A6E8BA9-5951-4163-8A80-4621C65DA816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59DAB7DF-1308-4B09-91FE-7DF38D6584E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7654828-5D94-4A05-BD5F-25792A149E05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9D3F2F75-1623-4F64-97FE-EA0C4D9FABDC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042E0F0-49A6-465F-A607-A4C2EFB5486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9D612980-2A2D-4E94-8238-9C67C608554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CE76F8C-9B22-4BB3-B2D6-15EC2A58C7A7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843E82-BEFA-4CF2-BA2F-3C80060D31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4762BE88-2459-479F-84FF-4DF483AA142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104E26F8-EA1A-4C6F-92E1-8F6F98ABFA1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1A8A854C-301D-4327-AEA2-BCC20A8872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5A547124-456E-49C6-8FC8-111D0AAFEB7F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73B26B5D-1FEC-45B5-B34A-6A1B50955F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3423A679-4F5C-456E-AB6C-7A18EA3E5BA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69754FAD-5E71-4087-B3E8-0FEC37E0D864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C156EC4-BDB3-4DEA-9B78-E98FCFD2F54B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9E9C384D-D46B-429F-9A97-86F6E3560F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64B7918E-86D1-49EB-8917-1468D42A6E25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750A6733-FD78-4442-98B4-E2BED64B460F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77BB574D-D198-49E4-874D-732C0CBD5BF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7A72ACB-A6A0-450F-A8F3-9CA35EFC5560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4970FA2-8D2D-462F-BD21-BDE052DC582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A7C30986-FB99-416E-BC3E-3BAEC067C11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4CE018F4-A860-49B3-B4CD-A328759F15C6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7C2BACBD-0A67-4A9A-B5DC-10C76F5DE4C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65F81584-9968-42FA-B3A9-1C13CEAE92A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feld 85">
              <a:extLst>
                <a:ext uri="{FF2B5EF4-FFF2-40B4-BE49-F238E27FC236}">
                  <a16:creationId xmlns:a16="http://schemas.microsoft.com/office/drawing/2014/main" id="{B6D353C6-61DE-4475-8AC6-6D8AF12D49FB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935008F2-D1D5-498F-9932-727B677C0ADE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9E72FA59-B055-4F1F-8F32-E797C18F96F9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B89FA96C-C88D-4C6A-BE88-F3E3083BC51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feld 89">
              <a:extLst>
                <a:ext uri="{FF2B5EF4-FFF2-40B4-BE49-F238E27FC236}">
                  <a16:creationId xmlns:a16="http://schemas.microsoft.com/office/drawing/2014/main" id="{CD67028C-ACEA-4E1C-BF3F-B09177D4335E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123" name="Grafik 3">
            <a:extLst>
              <a:ext uri="{FF2B5EF4-FFF2-40B4-BE49-F238E27FC236}">
                <a16:creationId xmlns:a16="http://schemas.microsoft.com/office/drawing/2014/main" id="{FF4D5521-B071-6745-B2F3-87EA82C9635E}"/>
              </a:ext>
            </a:extLst>
          </p:cNvPr>
          <p:cNvGrpSpPr/>
          <p:nvPr userDrawn="1"/>
        </p:nvGrpSpPr>
        <p:grpSpPr>
          <a:xfrm>
            <a:off x="510639" y="293688"/>
            <a:ext cx="2631832" cy="563562"/>
            <a:chOff x="4011188" y="1936931"/>
            <a:chExt cx="6776742" cy="1451124"/>
          </a:xfrm>
          <a:solidFill>
            <a:schemeClr val="tx1"/>
          </a:solidFill>
        </p:grpSpPr>
        <p:sp>
          <p:nvSpPr>
            <p:cNvPr id="124" name="Freihandform: Form 213">
              <a:extLst>
                <a:ext uri="{FF2B5EF4-FFF2-40B4-BE49-F238E27FC236}">
                  <a16:creationId xmlns:a16="http://schemas.microsoft.com/office/drawing/2014/main" id="{BBC0E53F-3775-A841-91AA-38C36E916E2F}"/>
                </a:ext>
              </a:extLst>
            </p:cNvPr>
            <p:cNvSpPr/>
            <p:nvPr/>
          </p:nvSpPr>
          <p:spPr>
            <a:xfrm>
              <a:off x="4034676" y="1955336"/>
              <a:ext cx="203537" cy="324184"/>
            </a:xfrm>
            <a:custGeom>
              <a:avLst/>
              <a:gdLst>
                <a:gd name="connsiteX0" fmla="*/ 203538 w 203537"/>
                <a:gd name="connsiteY0" fmla="*/ 52963 h 324184"/>
                <a:gd name="connsiteX1" fmla="*/ 57561 w 203537"/>
                <a:gd name="connsiteY1" fmla="*/ 52963 h 324184"/>
                <a:gd name="connsiteX2" fmla="*/ 57561 w 203537"/>
                <a:gd name="connsiteY2" fmla="*/ 133551 h 324184"/>
                <a:gd name="connsiteX3" fmla="*/ 166694 w 203537"/>
                <a:gd name="connsiteY3" fmla="*/ 133551 h 324184"/>
                <a:gd name="connsiteX4" fmla="*/ 166694 w 203537"/>
                <a:gd name="connsiteY4" fmla="*/ 186045 h 324184"/>
                <a:gd name="connsiteX5" fmla="*/ 57561 w 203537"/>
                <a:gd name="connsiteY5" fmla="*/ 186045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63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63"/>
                  </a:moveTo>
                  <a:lnTo>
                    <a:pt x="57561" y="52963"/>
                  </a:lnTo>
                  <a:lnTo>
                    <a:pt x="57561" y="133551"/>
                  </a:lnTo>
                  <a:lnTo>
                    <a:pt x="166694" y="133551"/>
                  </a:lnTo>
                  <a:lnTo>
                    <a:pt x="166694" y="186045"/>
                  </a:lnTo>
                  <a:lnTo>
                    <a:pt x="57561" y="186045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5" name="Freihandform: Form 214">
              <a:extLst>
                <a:ext uri="{FF2B5EF4-FFF2-40B4-BE49-F238E27FC236}">
                  <a16:creationId xmlns:a16="http://schemas.microsoft.com/office/drawing/2014/main" id="{ABBDBB9D-3FFE-8A48-9EF3-A0A275A6710B}"/>
                </a:ext>
              </a:extLst>
            </p:cNvPr>
            <p:cNvSpPr/>
            <p:nvPr/>
          </p:nvSpPr>
          <p:spPr>
            <a:xfrm>
              <a:off x="426950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94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84 w 141832"/>
                <a:gd name="connsiteY7" fmla="*/ 5979 h 240364"/>
                <a:gd name="connsiteX8" fmla="*/ 53884 w 141832"/>
                <a:gd name="connsiteY8" fmla="*/ 35454 h 240364"/>
                <a:gd name="connsiteX9" fmla="*/ 54797 w 141832"/>
                <a:gd name="connsiteY9" fmla="*/ 35454 h 240364"/>
                <a:gd name="connsiteX10" fmla="*/ 116041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800" y="56631"/>
                    <a:pt x="114668" y="53868"/>
                    <a:pt x="102694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84" y="5979"/>
                  </a:lnTo>
                  <a:lnTo>
                    <a:pt x="53884" y="35454"/>
                  </a:lnTo>
                  <a:lnTo>
                    <a:pt x="54797" y="35454"/>
                  </a:lnTo>
                  <a:cubicBezTo>
                    <a:pt x="67232" y="13348"/>
                    <a:pt x="89338" y="0"/>
                    <a:pt x="116041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6" name="Freihandform: Form 215">
              <a:extLst>
                <a:ext uri="{FF2B5EF4-FFF2-40B4-BE49-F238E27FC236}">
                  <a16:creationId xmlns:a16="http://schemas.microsoft.com/office/drawing/2014/main" id="{3B6212E7-380B-A948-BA31-FE2173B4FCA4}"/>
                </a:ext>
              </a:extLst>
            </p:cNvPr>
            <p:cNvSpPr/>
            <p:nvPr/>
          </p:nvSpPr>
          <p:spPr>
            <a:xfrm>
              <a:off x="4450268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5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5 w 69542"/>
                <a:gd name="connsiteY8" fmla="*/ 104076 h 338461"/>
                <a:gd name="connsiteX9" fmla="*/ 62175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76" y="0"/>
                    <a:pt x="69543" y="14277"/>
                    <a:pt x="69543" y="33160"/>
                  </a:cubicBezTo>
                  <a:close/>
                  <a:moveTo>
                    <a:pt x="6217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5" y="104076"/>
                  </a:lnTo>
                  <a:lnTo>
                    <a:pt x="6217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7" name="Freihandform: Form 216">
              <a:extLst>
                <a:ext uri="{FF2B5EF4-FFF2-40B4-BE49-F238E27FC236}">
                  <a16:creationId xmlns:a16="http://schemas.microsoft.com/office/drawing/2014/main" id="{FA8A5BEB-CB56-6D40-96B5-989006947976}"/>
                </a:ext>
              </a:extLst>
            </p:cNvPr>
            <p:cNvSpPr/>
            <p:nvPr/>
          </p:nvSpPr>
          <p:spPr>
            <a:xfrm>
              <a:off x="4570153" y="2039148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6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8"/>
                    <a:pt x="83360" y="198924"/>
                    <a:pt x="116511" y="198924"/>
                  </a:cubicBezTo>
                  <a:cubicBezTo>
                    <a:pt x="138157" y="198924"/>
                    <a:pt x="155657" y="190634"/>
                    <a:pt x="174079" y="171291"/>
                  </a:cubicBezTo>
                  <a:lnTo>
                    <a:pt x="208152" y="207214"/>
                  </a:lnTo>
                  <a:cubicBezTo>
                    <a:pt x="181431" y="233465"/>
                    <a:pt x="151495" y="245900"/>
                    <a:pt x="116042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6"/>
                    <a:pt x="109125" y="45126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8" name="Freihandform: Form 217">
              <a:extLst>
                <a:ext uri="{FF2B5EF4-FFF2-40B4-BE49-F238E27FC236}">
                  <a16:creationId xmlns:a16="http://schemas.microsoft.com/office/drawing/2014/main" id="{CCD05151-9893-CC4B-A748-4DC6D4396DC8}"/>
                </a:ext>
              </a:extLst>
            </p:cNvPr>
            <p:cNvSpPr/>
            <p:nvPr/>
          </p:nvSpPr>
          <p:spPr>
            <a:xfrm>
              <a:off x="4831929" y="1936931"/>
              <a:ext cx="219187" cy="348116"/>
            </a:xfrm>
            <a:custGeom>
              <a:avLst/>
              <a:gdLst>
                <a:gd name="connsiteX0" fmla="*/ 0 w 219187"/>
                <a:gd name="connsiteY0" fmla="*/ 224706 h 348116"/>
                <a:gd name="connsiteX1" fmla="*/ 95317 w 219187"/>
                <a:gd name="connsiteY1" fmla="*/ 102217 h 348116"/>
                <a:gd name="connsiteX2" fmla="*/ 163478 w 219187"/>
                <a:gd name="connsiteY2" fmla="*/ 133986 h 348116"/>
                <a:gd name="connsiteX3" fmla="*/ 164391 w 219187"/>
                <a:gd name="connsiteY3" fmla="*/ 133986 h 348116"/>
                <a:gd name="connsiteX4" fmla="*/ 164391 w 219187"/>
                <a:gd name="connsiteY4" fmla="*/ 13808 h 348116"/>
                <a:gd name="connsiteX5" fmla="*/ 219188 w 219187"/>
                <a:gd name="connsiteY5" fmla="*/ 0 h 348116"/>
                <a:gd name="connsiteX6" fmla="*/ 219188 w 219187"/>
                <a:gd name="connsiteY6" fmla="*/ 342590 h 348116"/>
                <a:gd name="connsiteX7" fmla="*/ 165773 w 219187"/>
                <a:gd name="connsiteY7" fmla="*/ 342590 h 348116"/>
                <a:gd name="connsiteX8" fmla="*/ 165773 w 219187"/>
                <a:gd name="connsiteY8" fmla="*/ 314957 h 348116"/>
                <a:gd name="connsiteX9" fmla="*/ 164851 w 219187"/>
                <a:gd name="connsiteY9" fmla="*/ 314957 h 348116"/>
                <a:gd name="connsiteX10" fmla="*/ 94404 w 219187"/>
                <a:gd name="connsiteY10" fmla="*/ 348117 h 348116"/>
                <a:gd name="connsiteX11" fmla="*/ 0 w 219187"/>
                <a:gd name="connsiteY11" fmla="*/ 224706 h 348116"/>
                <a:gd name="connsiteX12" fmla="*/ 54328 w 219187"/>
                <a:gd name="connsiteY12" fmla="*/ 224706 h 348116"/>
                <a:gd name="connsiteX13" fmla="*/ 108664 w 219187"/>
                <a:gd name="connsiteY13" fmla="*/ 299767 h 348116"/>
                <a:gd name="connsiteX14" fmla="*/ 164383 w 219187"/>
                <a:gd name="connsiteY14" fmla="*/ 268911 h 348116"/>
                <a:gd name="connsiteX15" fmla="*/ 164383 w 219187"/>
                <a:gd name="connsiteY15" fmla="*/ 183265 h 348116"/>
                <a:gd name="connsiteX16" fmla="*/ 108664 w 219187"/>
                <a:gd name="connsiteY16" fmla="*/ 151956 h 348116"/>
                <a:gd name="connsiteX17" fmla="*/ 54328 w 219187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87" h="348116">
                  <a:moveTo>
                    <a:pt x="0" y="224706"/>
                  </a:moveTo>
                  <a:cubicBezTo>
                    <a:pt x="0" y="149185"/>
                    <a:pt x="38217" y="102217"/>
                    <a:pt x="95317" y="102217"/>
                  </a:cubicBezTo>
                  <a:cubicBezTo>
                    <a:pt x="124792" y="102217"/>
                    <a:pt x="147819" y="114643"/>
                    <a:pt x="163478" y="133986"/>
                  </a:cubicBezTo>
                  <a:lnTo>
                    <a:pt x="164391" y="133986"/>
                  </a:lnTo>
                  <a:lnTo>
                    <a:pt x="164391" y="13808"/>
                  </a:lnTo>
                  <a:lnTo>
                    <a:pt x="219188" y="0"/>
                  </a:lnTo>
                  <a:lnTo>
                    <a:pt x="219188" y="342590"/>
                  </a:lnTo>
                  <a:lnTo>
                    <a:pt x="165773" y="342590"/>
                  </a:lnTo>
                  <a:lnTo>
                    <a:pt x="165773" y="314957"/>
                  </a:lnTo>
                  <a:lnTo>
                    <a:pt x="164851" y="314957"/>
                  </a:lnTo>
                  <a:cubicBezTo>
                    <a:pt x="147819" y="335682"/>
                    <a:pt x="123410" y="348117"/>
                    <a:pt x="94404" y="348117"/>
                  </a:cubicBezTo>
                  <a:cubicBezTo>
                    <a:pt x="38677" y="348117"/>
                    <a:pt x="0" y="300689"/>
                    <a:pt x="0" y="224706"/>
                  </a:cubicBezTo>
                  <a:close/>
                  <a:moveTo>
                    <a:pt x="54328" y="224706"/>
                  </a:moveTo>
                  <a:cubicBezTo>
                    <a:pt x="54328" y="272595"/>
                    <a:pt x="74131" y="299767"/>
                    <a:pt x="108664" y="299767"/>
                  </a:cubicBezTo>
                  <a:cubicBezTo>
                    <a:pt x="129849" y="299767"/>
                    <a:pt x="147351" y="289635"/>
                    <a:pt x="164383" y="268911"/>
                  </a:cubicBezTo>
                  <a:lnTo>
                    <a:pt x="164383" y="183265"/>
                  </a:lnTo>
                  <a:cubicBezTo>
                    <a:pt x="148732" y="162088"/>
                    <a:pt x="130762" y="151956"/>
                    <a:pt x="108664" y="151956"/>
                  </a:cubicBezTo>
                  <a:cubicBezTo>
                    <a:pt x="73210" y="151956"/>
                    <a:pt x="54328" y="177739"/>
                    <a:pt x="54328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9" name="Freihandform: Form 218">
              <a:extLst>
                <a:ext uri="{FF2B5EF4-FFF2-40B4-BE49-F238E27FC236}">
                  <a16:creationId xmlns:a16="http://schemas.microsoft.com/office/drawing/2014/main" id="{1BAFAEF8-1C94-7C42-81CE-AE4E6CBFEAC1}"/>
                </a:ext>
              </a:extLst>
            </p:cNvPr>
            <p:cNvSpPr/>
            <p:nvPr/>
          </p:nvSpPr>
          <p:spPr>
            <a:xfrm>
              <a:off x="512248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86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7 w 141832"/>
                <a:gd name="connsiteY9" fmla="*/ 35454 h 240364"/>
                <a:gd name="connsiteX10" fmla="*/ 116033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792" y="56631"/>
                    <a:pt x="114660" y="53868"/>
                    <a:pt x="102686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3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0" name="Freihandform: Form 219">
              <a:extLst>
                <a:ext uri="{FF2B5EF4-FFF2-40B4-BE49-F238E27FC236}">
                  <a16:creationId xmlns:a16="http://schemas.microsoft.com/office/drawing/2014/main" id="{00515CC8-EBEB-E543-A5E2-525BDBE1C9C4}"/>
                </a:ext>
              </a:extLst>
            </p:cNvPr>
            <p:cNvSpPr/>
            <p:nvPr/>
          </p:nvSpPr>
          <p:spPr>
            <a:xfrm>
              <a:off x="5303239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1" name="Freihandform: Form 220">
              <a:extLst>
                <a:ext uri="{FF2B5EF4-FFF2-40B4-BE49-F238E27FC236}">
                  <a16:creationId xmlns:a16="http://schemas.microsoft.com/office/drawing/2014/main" id="{AEE9879A-127B-694C-A008-BDCD0D133A6B}"/>
                </a:ext>
              </a:extLst>
            </p:cNvPr>
            <p:cNvSpPr/>
            <p:nvPr/>
          </p:nvSpPr>
          <p:spPr>
            <a:xfrm>
              <a:off x="5424179" y="2039156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2"/>
                    <a:pt x="112809" y="50192"/>
                  </a:cubicBezTo>
                  <a:cubicBezTo>
                    <a:pt x="78277" y="50192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71" y="196161"/>
                    <a:pt x="145509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2" name="Freihandform: Form 221">
              <a:extLst>
                <a:ext uri="{FF2B5EF4-FFF2-40B4-BE49-F238E27FC236}">
                  <a16:creationId xmlns:a16="http://schemas.microsoft.com/office/drawing/2014/main" id="{01D04F60-2F45-DF4A-846C-5BA8950B70A3}"/>
                </a:ext>
              </a:extLst>
            </p:cNvPr>
            <p:cNvSpPr/>
            <p:nvPr/>
          </p:nvSpPr>
          <p:spPr>
            <a:xfrm>
              <a:off x="5668731" y="1936931"/>
              <a:ext cx="201695" cy="342590"/>
            </a:xfrm>
            <a:custGeom>
              <a:avLst/>
              <a:gdLst>
                <a:gd name="connsiteX0" fmla="*/ 201695 w 201695"/>
                <a:gd name="connsiteY0" fmla="*/ 342590 h 342590"/>
                <a:gd name="connsiteX1" fmla="*/ 146898 w 201695"/>
                <a:gd name="connsiteY1" fmla="*/ 342590 h 342590"/>
                <a:gd name="connsiteX2" fmla="*/ 146898 w 201695"/>
                <a:gd name="connsiteY2" fmla="*/ 208587 h 342590"/>
                <a:gd name="connsiteX3" fmla="*/ 103607 w 201695"/>
                <a:gd name="connsiteY3" fmla="*/ 151487 h 342590"/>
                <a:gd name="connsiteX4" fmla="*/ 54797 w 201695"/>
                <a:gd name="connsiteY4" fmla="*/ 208135 h 342590"/>
                <a:gd name="connsiteX5" fmla="*/ 54797 w 201695"/>
                <a:gd name="connsiteY5" fmla="*/ 342590 h 342590"/>
                <a:gd name="connsiteX6" fmla="*/ 0 w 201695"/>
                <a:gd name="connsiteY6" fmla="*/ 342590 h 342590"/>
                <a:gd name="connsiteX7" fmla="*/ 0 w 201695"/>
                <a:gd name="connsiteY7" fmla="*/ 13808 h 342590"/>
                <a:gd name="connsiteX8" fmla="*/ 54797 w 201695"/>
                <a:gd name="connsiteY8" fmla="*/ 0 h 342590"/>
                <a:gd name="connsiteX9" fmla="*/ 54797 w 201695"/>
                <a:gd name="connsiteY9" fmla="*/ 136298 h 342590"/>
                <a:gd name="connsiteX10" fmla="*/ 55718 w 201695"/>
                <a:gd name="connsiteY10" fmla="*/ 136298 h 342590"/>
                <a:gd name="connsiteX11" fmla="*/ 124323 w 201695"/>
                <a:gd name="connsiteY11" fmla="*/ 102225 h 342590"/>
                <a:gd name="connsiteX12" fmla="*/ 201687 w 201695"/>
                <a:gd name="connsiteY12" fmla="*/ 197082 h 342590"/>
                <a:gd name="connsiteX13" fmla="*/ 201687 w 201695"/>
                <a:gd name="connsiteY13" fmla="*/ 342590 h 342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0">
                  <a:moveTo>
                    <a:pt x="201695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297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0"/>
                  </a:lnTo>
                  <a:lnTo>
                    <a:pt x="0" y="342590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3" name="Freihandform: Form 222">
              <a:extLst>
                <a:ext uri="{FF2B5EF4-FFF2-40B4-BE49-F238E27FC236}">
                  <a16:creationId xmlns:a16="http://schemas.microsoft.com/office/drawing/2014/main" id="{683125DA-11AA-694D-9234-4F0C9EFD8683}"/>
                </a:ext>
              </a:extLst>
            </p:cNvPr>
            <p:cNvSpPr/>
            <p:nvPr/>
          </p:nvSpPr>
          <p:spPr>
            <a:xfrm>
              <a:off x="5933312" y="2109603"/>
              <a:ext cx="115120" cy="52033"/>
            </a:xfrm>
            <a:custGeom>
              <a:avLst/>
              <a:gdLst>
                <a:gd name="connsiteX0" fmla="*/ 115121 w 115120"/>
                <a:gd name="connsiteY0" fmla="*/ 52034 h 52033"/>
                <a:gd name="connsiteX1" fmla="*/ 0 w 115120"/>
                <a:gd name="connsiteY1" fmla="*/ 52034 h 52033"/>
                <a:gd name="connsiteX2" fmla="*/ 0 w 115120"/>
                <a:gd name="connsiteY2" fmla="*/ 0 h 52033"/>
                <a:gd name="connsiteX3" fmla="*/ 115121 w 115120"/>
                <a:gd name="connsiteY3" fmla="*/ 0 h 52033"/>
                <a:gd name="connsiteX4" fmla="*/ 115121 w 115120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20" h="52033">
                  <a:moveTo>
                    <a:pt x="115121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1" y="0"/>
                  </a:lnTo>
                  <a:lnTo>
                    <a:pt x="115121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4" name="Freihandform: Form 223">
              <a:extLst>
                <a:ext uri="{FF2B5EF4-FFF2-40B4-BE49-F238E27FC236}">
                  <a16:creationId xmlns:a16="http://schemas.microsoft.com/office/drawing/2014/main" id="{B0535351-0DD8-D847-A81E-D438200F9F56}"/>
                </a:ext>
              </a:extLst>
            </p:cNvPr>
            <p:cNvSpPr/>
            <p:nvPr/>
          </p:nvSpPr>
          <p:spPr>
            <a:xfrm>
              <a:off x="6076636" y="1955336"/>
              <a:ext cx="302078" cy="324184"/>
            </a:xfrm>
            <a:custGeom>
              <a:avLst/>
              <a:gdLst>
                <a:gd name="connsiteX0" fmla="*/ 120647 w 302078"/>
                <a:gd name="connsiteY0" fmla="*/ 0 h 324184"/>
                <a:gd name="connsiteX1" fmla="*/ 181431 w 302078"/>
                <a:gd name="connsiteY1" fmla="*/ 0 h 324184"/>
                <a:gd name="connsiteX2" fmla="*/ 302079 w 302078"/>
                <a:gd name="connsiteY2" fmla="*/ 324185 h 324184"/>
                <a:gd name="connsiteX3" fmla="*/ 238991 w 302078"/>
                <a:gd name="connsiteY3" fmla="*/ 324185 h 324184"/>
                <a:gd name="connsiteX4" fmla="*/ 215503 w 302078"/>
                <a:gd name="connsiteY4" fmla="*/ 255111 h 324184"/>
                <a:gd name="connsiteX5" fmla="*/ 84732 w 302078"/>
                <a:gd name="connsiteY5" fmla="*/ 255111 h 324184"/>
                <a:gd name="connsiteX6" fmla="*/ 61244 w 302078"/>
                <a:gd name="connsiteY6" fmla="*/ 324185 h 324184"/>
                <a:gd name="connsiteX7" fmla="*/ 0 w 302078"/>
                <a:gd name="connsiteY7" fmla="*/ 324185 h 324184"/>
                <a:gd name="connsiteX8" fmla="*/ 120647 w 302078"/>
                <a:gd name="connsiteY8" fmla="*/ 0 h 324184"/>
                <a:gd name="connsiteX9" fmla="*/ 102686 w 302078"/>
                <a:gd name="connsiteY9" fmla="*/ 203538 h 324184"/>
                <a:gd name="connsiteX10" fmla="*/ 197542 w 302078"/>
                <a:gd name="connsiteY10" fmla="*/ 203538 h 324184"/>
                <a:gd name="connsiteX11" fmla="*/ 150575 w 302078"/>
                <a:gd name="connsiteY11" fmla="*/ 65859 h 324184"/>
                <a:gd name="connsiteX12" fmla="*/ 149654 w 302078"/>
                <a:gd name="connsiteY12" fmla="*/ 65859 h 324184"/>
                <a:gd name="connsiteX13" fmla="*/ 102686 w 302078"/>
                <a:gd name="connsiteY13" fmla="*/ 203538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02078" h="324184">
                  <a:moveTo>
                    <a:pt x="120647" y="0"/>
                  </a:moveTo>
                  <a:lnTo>
                    <a:pt x="181431" y="0"/>
                  </a:lnTo>
                  <a:lnTo>
                    <a:pt x="302079" y="324185"/>
                  </a:lnTo>
                  <a:lnTo>
                    <a:pt x="238991" y="324185"/>
                  </a:lnTo>
                  <a:lnTo>
                    <a:pt x="215503" y="255111"/>
                  </a:lnTo>
                  <a:lnTo>
                    <a:pt x="84732" y="255111"/>
                  </a:lnTo>
                  <a:lnTo>
                    <a:pt x="61244" y="324185"/>
                  </a:lnTo>
                  <a:lnTo>
                    <a:pt x="0" y="324185"/>
                  </a:lnTo>
                  <a:lnTo>
                    <a:pt x="120647" y="0"/>
                  </a:lnTo>
                  <a:close/>
                  <a:moveTo>
                    <a:pt x="102686" y="203538"/>
                  </a:moveTo>
                  <a:lnTo>
                    <a:pt x="197542" y="203538"/>
                  </a:lnTo>
                  <a:lnTo>
                    <a:pt x="150575" y="65859"/>
                  </a:lnTo>
                  <a:lnTo>
                    <a:pt x="149654" y="65859"/>
                  </a:lnTo>
                  <a:lnTo>
                    <a:pt x="102686" y="2035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5" name="Freihandform: Form 224">
              <a:extLst>
                <a:ext uri="{FF2B5EF4-FFF2-40B4-BE49-F238E27FC236}">
                  <a16:creationId xmlns:a16="http://schemas.microsoft.com/office/drawing/2014/main" id="{68DB16C0-1B4F-8A44-A787-1704117F6C05}"/>
                </a:ext>
              </a:extLst>
            </p:cNvPr>
            <p:cNvSpPr/>
            <p:nvPr/>
          </p:nvSpPr>
          <p:spPr>
            <a:xfrm>
              <a:off x="6426787" y="1937383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6" name="Freihandform: Form 225">
              <a:extLst>
                <a:ext uri="{FF2B5EF4-FFF2-40B4-BE49-F238E27FC236}">
                  <a16:creationId xmlns:a16="http://schemas.microsoft.com/office/drawing/2014/main" id="{656F1295-1E0B-5B49-B971-DBDF3083AA3A}"/>
                </a:ext>
              </a:extLst>
            </p:cNvPr>
            <p:cNvSpPr/>
            <p:nvPr/>
          </p:nvSpPr>
          <p:spPr>
            <a:xfrm>
              <a:off x="6541003" y="2039148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0 w 214130"/>
                <a:gd name="connsiteY3" fmla="*/ 119266 h 245899"/>
                <a:gd name="connsiteX4" fmla="*/ 213209 w 214130"/>
                <a:gd name="connsiteY4" fmla="*/ 141824 h 245899"/>
                <a:gd name="connsiteX5" fmla="*/ 55726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6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0" y="46968"/>
                    <a:pt x="214130" y="119266"/>
                  </a:cubicBezTo>
                  <a:cubicBezTo>
                    <a:pt x="214130" y="127095"/>
                    <a:pt x="213670" y="135385"/>
                    <a:pt x="213209" y="141824"/>
                  </a:cubicBezTo>
                  <a:lnTo>
                    <a:pt x="55726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31" y="233465"/>
                    <a:pt x="151487" y="245900"/>
                    <a:pt x="116033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72" y="65850"/>
                    <a:pt x="139990" y="45126"/>
                    <a:pt x="109134" y="45126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7" name="Freihandform: Form 226">
              <a:extLst>
                <a:ext uri="{FF2B5EF4-FFF2-40B4-BE49-F238E27FC236}">
                  <a16:creationId xmlns:a16="http://schemas.microsoft.com/office/drawing/2014/main" id="{A485CFF1-1C69-3E4C-B626-FEFD5E39BC3B}"/>
                </a:ext>
              </a:extLst>
            </p:cNvPr>
            <p:cNvSpPr/>
            <p:nvPr/>
          </p:nvSpPr>
          <p:spPr>
            <a:xfrm>
              <a:off x="6784224" y="2045127"/>
              <a:ext cx="224245" cy="234394"/>
            </a:xfrm>
            <a:custGeom>
              <a:avLst/>
              <a:gdLst>
                <a:gd name="connsiteX0" fmla="*/ 224245 w 224245"/>
                <a:gd name="connsiteY0" fmla="*/ 234395 h 234394"/>
                <a:gd name="connsiteX1" fmla="*/ 161619 w 224245"/>
                <a:gd name="connsiteY1" fmla="*/ 234395 h 234394"/>
                <a:gd name="connsiteX2" fmla="*/ 111427 w 224245"/>
                <a:gd name="connsiteY2" fmla="*/ 153346 h 234394"/>
                <a:gd name="connsiteX3" fmla="*/ 110515 w 224245"/>
                <a:gd name="connsiteY3" fmla="*/ 153346 h 234394"/>
                <a:gd name="connsiteX4" fmla="*/ 61697 w 224245"/>
                <a:gd name="connsiteY4" fmla="*/ 234395 h 234394"/>
                <a:gd name="connsiteX5" fmla="*/ 0 w 224245"/>
                <a:gd name="connsiteY5" fmla="*/ 234395 h 234394"/>
                <a:gd name="connsiteX6" fmla="*/ 80119 w 224245"/>
                <a:gd name="connsiteY6" fmla="*/ 112826 h 234394"/>
                <a:gd name="connsiteX7" fmla="*/ 5979 w 224245"/>
                <a:gd name="connsiteY7" fmla="*/ 0 h 234394"/>
                <a:gd name="connsiteX8" fmla="*/ 67684 w 224245"/>
                <a:gd name="connsiteY8" fmla="*/ 0 h 234394"/>
                <a:gd name="connsiteX9" fmla="*/ 111888 w 224245"/>
                <a:gd name="connsiteY9" fmla="*/ 71837 h 234394"/>
                <a:gd name="connsiteX10" fmla="*/ 112801 w 224245"/>
                <a:gd name="connsiteY10" fmla="*/ 71837 h 234394"/>
                <a:gd name="connsiteX11" fmla="*/ 156553 w 224245"/>
                <a:gd name="connsiteY11" fmla="*/ 0 h 234394"/>
                <a:gd name="connsiteX12" fmla="*/ 217337 w 224245"/>
                <a:gd name="connsiteY12" fmla="*/ 0 h 234394"/>
                <a:gd name="connsiteX13" fmla="*/ 143657 w 224245"/>
                <a:gd name="connsiteY13" fmla="*/ 111897 h 234394"/>
                <a:gd name="connsiteX14" fmla="*/ 224245 w 224245"/>
                <a:gd name="connsiteY14" fmla="*/ 234395 h 234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4245" h="234394">
                  <a:moveTo>
                    <a:pt x="224245" y="234395"/>
                  </a:moveTo>
                  <a:lnTo>
                    <a:pt x="161619" y="234395"/>
                  </a:lnTo>
                  <a:lnTo>
                    <a:pt x="111427" y="153346"/>
                  </a:lnTo>
                  <a:lnTo>
                    <a:pt x="110515" y="153346"/>
                  </a:lnTo>
                  <a:lnTo>
                    <a:pt x="61697" y="234395"/>
                  </a:lnTo>
                  <a:lnTo>
                    <a:pt x="0" y="234395"/>
                  </a:lnTo>
                  <a:lnTo>
                    <a:pt x="80119" y="112826"/>
                  </a:lnTo>
                  <a:lnTo>
                    <a:pt x="5979" y="0"/>
                  </a:lnTo>
                  <a:lnTo>
                    <a:pt x="67684" y="0"/>
                  </a:lnTo>
                  <a:lnTo>
                    <a:pt x="111888" y="71837"/>
                  </a:lnTo>
                  <a:lnTo>
                    <a:pt x="112801" y="71837"/>
                  </a:lnTo>
                  <a:lnTo>
                    <a:pt x="156553" y="0"/>
                  </a:lnTo>
                  <a:lnTo>
                    <a:pt x="217337" y="0"/>
                  </a:lnTo>
                  <a:lnTo>
                    <a:pt x="143657" y="111897"/>
                  </a:lnTo>
                  <a:lnTo>
                    <a:pt x="224245" y="23439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8" name="Freihandform: Form 227">
              <a:extLst>
                <a:ext uri="{FF2B5EF4-FFF2-40B4-BE49-F238E27FC236}">
                  <a16:creationId xmlns:a16="http://schemas.microsoft.com/office/drawing/2014/main" id="{F1E90169-E8AA-A447-A1B0-429B0DBB0E6F}"/>
                </a:ext>
              </a:extLst>
            </p:cNvPr>
            <p:cNvSpPr/>
            <p:nvPr/>
          </p:nvSpPr>
          <p:spPr>
            <a:xfrm>
              <a:off x="7037149" y="2039148"/>
              <a:ext cx="198924" cy="245899"/>
            </a:xfrm>
            <a:custGeom>
              <a:avLst/>
              <a:gdLst>
                <a:gd name="connsiteX0" fmla="*/ 100835 w 198924"/>
                <a:gd name="connsiteY0" fmla="*/ 94856 h 245899"/>
                <a:gd name="connsiteX1" fmla="*/ 145039 w 198924"/>
                <a:gd name="connsiteY1" fmla="*/ 99922 h 245899"/>
                <a:gd name="connsiteX2" fmla="*/ 145039 w 198924"/>
                <a:gd name="connsiteY2" fmla="*/ 91633 h 245899"/>
                <a:gd name="connsiteX3" fmla="*/ 93466 w 198924"/>
                <a:gd name="connsiteY3" fmla="*/ 46047 h 245899"/>
                <a:gd name="connsiteX4" fmla="*/ 34064 w 198924"/>
                <a:gd name="connsiteY4" fmla="*/ 59402 h 245899"/>
                <a:gd name="connsiteX5" fmla="*/ 22090 w 198924"/>
                <a:gd name="connsiteY5" fmla="*/ 13356 h 245899"/>
                <a:gd name="connsiteX6" fmla="*/ 98993 w 198924"/>
                <a:gd name="connsiteY6" fmla="*/ 0 h 245899"/>
                <a:gd name="connsiteX7" fmla="*/ 198924 w 198924"/>
                <a:gd name="connsiteY7" fmla="*/ 90712 h 245899"/>
                <a:gd name="connsiteX8" fmla="*/ 198924 w 198924"/>
                <a:gd name="connsiteY8" fmla="*/ 240373 h 245899"/>
                <a:gd name="connsiteX9" fmla="*/ 146882 w 198924"/>
                <a:gd name="connsiteY9" fmla="*/ 240373 h 245899"/>
                <a:gd name="connsiteX10" fmla="*/ 146882 w 198924"/>
                <a:gd name="connsiteY10" fmla="*/ 215504 h 245899"/>
                <a:gd name="connsiteX11" fmla="*/ 145969 w 198924"/>
                <a:gd name="connsiteY11" fmla="*/ 215504 h 245899"/>
                <a:gd name="connsiteX12" fmla="*/ 77356 w 198924"/>
                <a:gd name="connsiteY12" fmla="*/ 245900 h 245899"/>
                <a:gd name="connsiteX13" fmla="*/ 0 w 198924"/>
                <a:gd name="connsiteY13" fmla="*/ 171299 h 245899"/>
                <a:gd name="connsiteX14" fmla="*/ 100835 w 198924"/>
                <a:gd name="connsiteY14" fmla="*/ 94856 h 245899"/>
                <a:gd name="connsiteX15" fmla="*/ 91624 w 198924"/>
                <a:gd name="connsiteY15" fmla="*/ 204919 h 245899"/>
                <a:gd name="connsiteX16" fmla="*/ 145039 w 198924"/>
                <a:gd name="connsiteY16" fmla="*/ 176834 h 245899"/>
                <a:gd name="connsiteX17" fmla="*/ 145039 w 198924"/>
                <a:gd name="connsiteY17" fmla="*/ 135845 h 245899"/>
                <a:gd name="connsiteX18" fmla="*/ 106823 w 198924"/>
                <a:gd name="connsiteY18" fmla="*/ 131240 h 245899"/>
                <a:gd name="connsiteX19" fmla="*/ 52486 w 198924"/>
                <a:gd name="connsiteY19" fmla="*/ 169918 h 245899"/>
                <a:gd name="connsiteX20" fmla="*/ 91624 w 198924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4" h="245899">
                  <a:moveTo>
                    <a:pt x="100835" y="94856"/>
                  </a:moveTo>
                  <a:cubicBezTo>
                    <a:pt x="116025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2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46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0" y="204919"/>
                    <a:pt x="129842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9" y="131240"/>
                    <a:pt x="106823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8" y="191563"/>
                    <a:pt x="67684" y="204919"/>
                    <a:pt x="91624" y="204919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9" name="Freihandform: Form 228">
              <a:extLst>
                <a:ext uri="{FF2B5EF4-FFF2-40B4-BE49-F238E27FC236}">
                  <a16:creationId xmlns:a16="http://schemas.microsoft.com/office/drawing/2014/main" id="{8FAEB966-F243-A346-A62E-37414532C60F}"/>
                </a:ext>
              </a:extLst>
            </p:cNvPr>
            <p:cNvSpPr/>
            <p:nvPr/>
          </p:nvSpPr>
          <p:spPr>
            <a:xfrm>
              <a:off x="7305540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0 w 201695"/>
                <a:gd name="connsiteY1" fmla="*/ 240373 h 240373"/>
                <a:gd name="connsiteX2" fmla="*/ 146890 w 201695"/>
                <a:gd name="connsiteY2" fmla="*/ 106370 h 240373"/>
                <a:gd name="connsiteX3" fmla="*/ 103607 w 201695"/>
                <a:gd name="connsiteY3" fmla="*/ 49270 h 240373"/>
                <a:gd name="connsiteX4" fmla="*/ 54797 w 201695"/>
                <a:gd name="connsiteY4" fmla="*/ 105918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0" y="240373"/>
                  </a:lnTo>
                  <a:lnTo>
                    <a:pt x="146890" y="106370"/>
                  </a:lnTo>
                  <a:cubicBezTo>
                    <a:pt x="146890" y="72298"/>
                    <a:pt x="136767" y="49270"/>
                    <a:pt x="103607" y="49270"/>
                  </a:cubicBezTo>
                  <a:cubicBezTo>
                    <a:pt x="65390" y="49270"/>
                    <a:pt x="54797" y="80588"/>
                    <a:pt x="54797" y="105918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0" name="Freihandform: Form 229">
              <a:extLst>
                <a:ext uri="{FF2B5EF4-FFF2-40B4-BE49-F238E27FC236}">
                  <a16:creationId xmlns:a16="http://schemas.microsoft.com/office/drawing/2014/main" id="{5E22E732-045A-8643-8330-C6DFE927D380}"/>
                </a:ext>
              </a:extLst>
            </p:cNvPr>
            <p:cNvSpPr/>
            <p:nvPr/>
          </p:nvSpPr>
          <p:spPr>
            <a:xfrm>
              <a:off x="7565198" y="1936931"/>
              <a:ext cx="219195" cy="348116"/>
            </a:xfrm>
            <a:custGeom>
              <a:avLst/>
              <a:gdLst>
                <a:gd name="connsiteX0" fmla="*/ 0 w 219195"/>
                <a:gd name="connsiteY0" fmla="*/ 224706 h 348116"/>
                <a:gd name="connsiteX1" fmla="*/ 95325 w 219195"/>
                <a:gd name="connsiteY1" fmla="*/ 102217 h 348116"/>
                <a:gd name="connsiteX2" fmla="*/ 163478 w 219195"/>
                <a:gd name="connsiteY2" fmla="*/ 133986 h 348116"/>
                <a:gd name="connsiteX3" fmla="*/ 164399 w 219195"/>
                <a:gd name="connsiteY3" fmla="*/ 133986 h 348116"/>
                <a:gd name="connsiteX4" fmla="*/ 164399 w 219195"/>
                <a:gd name="connsiteY4" fmla="*/ 13808 h 348116"/>
                <a:gd name="connsiteX5" fmla="*/ 219196 w 219195"/>
                <a:gd name="connsiteY5" fmla="*/ 0 h 348116"/>
                <a:gd name="connsiteX6" fmla="*/ 219196 w 219195"/>
                <a:gd name="connsiteY6" fmla="*/ 342590 h 348116"/>
                <a:gd name="connsiteX7" fmla="*/ 165781 w 219195"/>
                <a:gd name="connsiteY7" fmla="*/ 342590 h 348116"/>
                <a:gd name="connsiteX8" fmla="*/ 165781 w 219195"/>
                <a:gd name="connsiteY8" fmla="*/ 314957 h 348116"/>
                <a:gd name="connsiteX9" fmla="*/ 164859 w 219195"/>
                <a:gd name="connsiteY9" fmla="*/ 314957 h 348116"/>
                <a:gd name="connsiteX10" fmla="*/ 94404 w 219195"/>
                <a:gd name="connsiteY10" fmla="*/ 348117 h 348116"/>
                <a:gd name="connsiteX11" fmla="*/ 0 w 219195"/>
                <a:gd name="connsiteY11" fmla="*/ 224706 h 348116"/>
                <a:gd name="connsiteX12" fmla="*/ 54336 w 219195"/>
                <a:gd name="connsiteY12" fmla="*/ 224706 h 348116"/>
                <a:gd name="connsiteX13" fmla="*/ 108673 w 219195"/>
                <a:gd name="connsiteY13" fmla="*/ 299767 h 348116"/>
                <a:gd name="connsiteX14" fmla="*/ 164391 w 219195"/>
                <a:gd name="connsiteY14" fmla="*/ 268911 h 348116"/>
                <a:gd name="connsiteX15" fmla="*/ 164391 w 219195"/>
                <a:gd name="connsiteY15" fmla="*/ 183265 h 348116"/>
                <a:gd name="connsiteX16" fmla="*/ 108673 w 219195"/>
                <a:gd name="connsiteY16" fmla="*/ 151956 h 348116"/>
                <a:gd name="connsiteX17" fmla="*/ 54336 w 219195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5" h="348116">
                  <a:moveTo>
                    <a:pt x="0" y="224706"/>
                  </a:moveTo>
                  <a:cubicBezTo>
                    <a:pt x="0" y="149185"/>
                    <a:pt x="38217" y="102217"/>
                    <a:pt x="95325" y="102217"/>
                  </a:cubicBezTo>
                  <a:cubicBezTo>
                    <a:pt x="124800" y="102217"/>
                    <a:pt x="147828" y="114643"/>
                    <a:pt x="163478" y="133986"/>
                  </a:cubicBezTo>
                  <a:lnTo>
                    <a:pt x="164399" y="133986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0"/>
                  </a:lnTo>
                  <a:lnTo>
                    <a:pt x="165781" y="342590"/>
                  </a:lnTo>
                  <a:lnTo>
                    <a:pt x="165781" y="314957"/>
                  </a:lnTo>
                  <a:lnTo>
                    <a:pt x="164859" y="314957"/>
                  </a:lnTo>
                  <a:cubicBezTo>
                    <a:pt x="147828" y="335682"/>
                    <a:pt x="123418" y="348117"/>
                    <a:pt x="94404" y="348117"/>
                  </a:cubicBezTo>
                  <a:cubicBezTo>
                    <a:pt x="38686" y="348117"/>
                    <a:pt x="0" y="300689"/>
                    <a:pt x="0" y="224706"/>
                  </a:cubicBezTo>
                  <a:close/>
                  <a:moveTo>
                    <a:pt x="54336" y="224706"/>
                  </a:moveTo>
                  <a:cubicBezTo>
                    <a:pt x="54336" y="272595"/>
                    <a:pt x="74140" y="299767"/>
                    <a:pt x="108673" y="299767"/>
                  </a:cubicBezTo>
                  <a:cubicBezTo>
                    <a:pt x="129850" y="299767"/>
                    <a:pt x="147351" y="289635"/>
                    <a:pt x="164391" y="268911"/>
                  </a:cubicBezTo>
                  <a:lnTo>
                    <a:pt x="164391" y="183265"/>
                  </a:lnTo>
                  <a:cubicBezTo>
                    <a:pt x="148733" y="162088"/>
                    <a:pt x="130771" y="151956"/>
                    <a:pt x="108673" y="151956"/>
                  </a:cubicBezTo>
                  <a:cubicBezTo>
                    <a:pt x="73219" y="151956"/>
                    <a:pt x="54336" y="177739"/>
                    <a:pt x="54336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1" name="Freihandform: Form 230">
              <a:extLst>
                <a:ext uri="{FF2B5EF4-FFF2-40B4-BE49-F238E27FC236}">
                  <a16:creationId xmlns:a16="http://schemas.microsoft.com/office/drawing/2014/main" id="{0BD6CEA8-7F66-E442-AF6E-9892F710FEB4}"/>
                </a:ext>
              </a:extLst>
            </p:cNvPr>
            <p:cNvSpPr/>
            <p:nvPr/>
          </p:nvSpPr>
          <p:spPr>
            <a:xfrm>
              <a:off x="7843881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89 w 214130"/>
                <a:gd name="connsiteY10" fmla="*/ 101765 h 245899"/>
                <a:gd name="connsiteX11" fmla="*/ 161160 w 214130"/>
                <a:gd name="connsiteY11" fmla="*/ 101765 h 245899"/>
                <a:gd name="connsiteX12" fmla="*/ 109125 w 214130"/>
                <a:gd name="connsiteY12" fmla="*/ 45126 h 245899"/>
                <a:gd name="connsiteX13" fmla="*/ 54789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23" y="233465"/>
                    <a:pt x="151496" y="245900"/>
                    <a:pt x="116034" y="245900"/>
                  </a:cubicBezTo>
                  <a:close/>
                  <a:moveTo>
                    <a:pt x="54789" y="101765"/>
                  </a:moveTo>
                  <a:lnTo>
                    <a:pt x="161160" y="101765"/>
                  </a:lnTo>
                  <a:cubicBezTo>
                    <a:pt x="158857" y="65850"/>
                    <a:pt x="139982" y="45126"/>
                    <a:pt x="109125" y="45126"/>
                  </a:cubicBezTo>
                  <a:cubicBezTo>
                    <a:pt x="78738" y="45134"/>
                    <a:pt x="59394" y="65390"/>
                    <a:pt x="54789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2" name="Freihandform: Form 231">
              <a:extLst>
                <a:ext uri="{FF2B5EF4-FFF2-40B4-BE49-F238E27FC236}">
                  <a16:creationId xmlns:a16="http://schemas.microsoft.com/office/drawing/2014/main" id="{329309F8-12B5-A441-AB69-0BA8B4BF886B}"/>
                </a:ext>
              </a:extLst>
            </p:cNvPr>
            <p:cNvSpPr/>
            <p:nvPr/>
          </p:nvSpPr>
          <p:spPr>
            <a:xfrm>
              <a:off x="8117849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86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801" y="56631"/>
                    <a:pt x="114668" y="53868"/>
                    <a:pt x="102686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8" y="35454"/>
                  </a:lnTo>
                  <a:cubicBezTo>
                    <a:pt x="67224" y="13348"/>
                    <a:pt x="89330" y="0"/>
                    <a:pt x="116042" y="0"/>
                  </a:cubicBezTo>
                  <a:cubicBezTo>
                    <a:pt x="123871" y="-8"/>
                    <a:pt x="133534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3" name="Freihandform: Form 232">
              <a:extLst>
                <a:ext uri="{FF2B5EF4-FFF2-40B4-BE49-F238E27FC236}">
                  <a16:creationId xmlns:a16="http://schemas.microsoft.com/office/drawing/2014/main" id="{48873B97-8E1A-8244-875E-2CF774CB313A}"/>
                </a:ext>
              </a:extLst>
            </p:cNvPr>
            <p:cNvSpPr/>
            <p:nvPr/>
          </p:nvSpPr>
          <p:spPr>
            <a:xfrm>
              <a:off x="8293771" y="2109603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4" name="Freihandform: Form 233">
              <a:extLst>
                <a:ext uri="{FF2B5EF4-FFF2-40B4-BE49-F238E27FC236}">
                  <a16:creationId xmlns:a16="http://schemas.microsoft.com/office/drawing/2014/main" id="{32FD167B-F8F7-6C4A-8A51-3D5D46863CFB}"/>
                </a:ext>
              </a:extLst>
            </p:cNvPr>
            <p:cNvSpPr/>
            <p:nvPr/>
          </p:nvSpPr>
          <p:spPr>
            <a:xfrm>
              <a:off x="8478811" y="1955336"/>
              <a:ext cx="253268" cy="329711"/>
            </a:xfrm>
            <a:custGeom>
              <a:avLst/>
              <a:gdLst>
                <a:gd name="connsiteX0" fmla="*/ 253268 w 253268"/>
                <a:gd name="connsiteY0" fmla="*/ 195708 h 329711"/>
                <a:gd name="connsiteX1" fmla="*/ 126174 w 253268"/>
                <a:gd name="connsiteY1" fmla="*/ 329712 h 329711"/>
                <a:gd name="connsiteX2" fmla="*/ 0 w 253268"/>
                <a:gd name="connsiteY2" fmla="*/ 195708 h 329711"/>
                <a:gd name="connsiteX3" fmla="*/ 0 w 253268"/>
                <a:gd name="connsiteY3" fmla="*/ 0 h 329711"/>
                <a:gd name="connsiteX4" fmla="*/ 58941 w 253268"/>
                <a:gd name="connsiteY4" fmla="*/ 0 h 329711"/>
                <a:gd name="connsiteX5" fmla="*/ 58941 w 253268"/>
                <a:gd name="connsiteY5" fmla="*/ 192485 h 329711"/>
                <a:gd name="connsiteX6" fmla="*/ 128016 w 253268"/>
                <a:gd name="connsiteY6" fmla="*/ 274446 h 329711"/>
                <a:gd name="connsiteX7" fmla="*/ 194795 w 253268"/>
                <a:gd name="connsiteY7" fmla="*/ 192485 h 329711"/>
                <a:gd name="connsiteX8" fmla="*/ 194795 w 253268"/>
                <a:gd name="connsiteY8" fmla="*/ 0 h 329711"/>
                <a:gd name="connsiteX9" fmla="*/ 253268 w 253268"/>
                <a:gd name="connsiteY9" fmla="*/ 0 h 329711"/>
                <a:gd name="connsiteX10" fmla="*/ 253268 w 253268"/>
                <a:gd name="connsiteY10" fmla="*/ 195708 h 329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268" h="329711">
                  <a:moveTo>
                    <a:pt x="253268" y="195708"/>
                  </a:moveTo>
                  <a:cubicBezTo>
                    <a:pt x="253268" y="273993"/>
                    <a:pt x="213209" y="329712"/>
                    <a:pt x="126174" y="329712"/>
                  </a:cubicBezTo>
                  <a:cubicBezTo>
                    <a:pt x="39599" y="329712"/>
                    <a:pt x="0" y="274446"/>
                    <a:pt x="0" y="195708"/>
                  </a:cubicBezTo>
                  <a:lnTo>
                    <a:pt x="0" y="0"/>
                  </a:lnTo>
                  <a:lnTo>
                    <a:pt x="58941" y="0"/>
                  </a:lnTo>
                  <a:lnTo>
                    <a:pt x="58941" y="192485"/>
                  </a:lnTo>
                  <a:cubicBezTo>
                    <a:pt x="58941" y="241294"/>
                    <a:pt x="80127" y="274446"/>
                    <a:pt x="128016" y="274446"/>
                  </a:cubicBezTo>
                  <a:cubicBezTo>
                    <a:pt x="175913" y="274446"/>
                    <a:pt x="194795" y="241755"/>
                    <a:pt x="194795" y="192485"/>
                  </a:cubicBezTo>
                  <a:lnTo>
                    <a:pt x="194795" y="0"/>
                  </a:lnTo>
                  <a:lnTo>
                    <a:pt x="253268" y="0"/>
                  </a:lnTo>
                  <a:lnTo>
                    <a:pt x="253268" y="19570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5" name="Freihandform: Form 234">
              <a:extLst>
                <a:ext uri="{FF2B5EF4-FFF2-40B4-BE49-F238E27FC236}">
                  <a16:creationId xmlns:a16="http://schemas.microsoft.com/office/drawing/2014/main" id="{10F88329-92DE-934D-95C4-E98DA00CDDAB}"/>
                </a:ext>
              </a:extLst>
            </p:cNvPr>
            <p:cNvSpPr/>
            <p:nvPr/>
          </p:nvSpPr>
          <p:spPr>
            <a:xfrm>
              <a:off x="8804838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8 w 201695"/>
                <a:gd name="connsiteY1" fmla="*/ 240373 h 240373"/>
                <a:gd name="connsiteX2" fmla="*/ 146898 w 201695"/>
                <a:gd name="connsiteY2" fmla="*/ 106370 h 240373"/>
                <a:gd name="connsiteX3" fmla="*/ 103607 w 201695"/>
                <a:gd name="connsiteY3" fmla="*/ 49270 h 240373"/>
                <a:gd name="connsiteX4" fmla="*/ 54798 w 201695"/>
                <a:gd name="connsiteY4" fmla="*/ 105918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8" y="240373"/>
                  </a:lnTo>
                  <a:lnTo>
                    <a:pt x="146898" y="106370"/>
                  </a:lnTo>
                  <a:cubicBezTo>
                    <a:pt x="146898" y="72298"/>
                    <a:pt x="136767" y="49270"/>
                    <a:pt x="103607" y="49270"/>
                  </a:cubicBezTo>
                  <a:cubicBezTo>
                    <a:pt x="65390" y="49270"/>
                    <a:pt x="54798" y="80588"/>
                    <a:pt x="54798" y="105918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6" name="Freihandform: Form 235">
              <a:extLst>
                <a:ext uri="{FF2B5EF4-FFF2-40B4-BE49-F238E27FC236}">
                  <a16:creationId xmlns:a16="http://schemas.microsoft.com/office/drawing/2014/main" id="{1CC0DBBC-A5C7-264A-9CD7-4974E83F8E5F}"/>
                </a:ext>
              </a:extLst>
            </p:cNvPr>
            <p:cNvSpPr/>
            <p:nvPr/>
          </p:nvSpPr>
          <p:spPr>
            <a:xfrm>
              <a:off x="9068273" y="1941059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2 w 69534"/>
                <a:gd name="connsiteY1" fmla="*/ 66311 h 338461"/>
                <a:gd name="connsiteX2" fmla="*/ 0 w 69534"/>
                <a:gd name="connsiteY2" fmla="*/ 33160 h 338461"/>
                <a:gd name="connsiteX3" fmla="*/ 34532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2" y="66311"/>
                  </a:cubicBezTo>
                  <a:cubicBezTo>
                    <a:pt x="15649" y="66311"/>
                    <a:pt x="0" y="52503"/>
                    <a:pt x="0" y="33160"/>
                  </a:cubicBezTo>
                  <a:cubicBezTo>
                    <a:pt x="0" y="14277"/>
                    <a:pt x="15649" y="0"/>
                    <a:pt x="34532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7" name="Freihandform: Form 236">
              <a:extLst>
                <a:ext uri="{FF2B5EF4-FFF2-40B4-BE49-F238E27FC236}">
                  <a16:creationId xmlns:a16="http://schemas.microsoft.com/office/drawing/2014/main" id="{EB794457-22A1-BE4C-B475-9F7A68694BE7}"/>
                </a:ext>
              </a:extLst>
            </p:cNvPr>
            <p:cNvSpPr/>
            <p:nvPr/>
          </p:nvSpPr>
          <p:spPr>
            <a:xfrm>
              <a:off x="9176921" y="2045135"/>
              <a:ext cx="227478" cy="234386"/>
            </a:xfrm>
            <a:custGeom>
              <a:avLst/>
              <a:gdLst>
                <a:gd name="connsiteX0" fmla="*/ 227478 w 227478"/>
                <a:gd name="connsiteY0" fmla="*/ 0 h 234386"/>
                <a:gd name="connsiteX1" fmla="*/ 142284 w 227478"/>
                <a:gd name="connsiteY1" fmla="*/ 234386 h 234386"/>
                <a:gd name="connsiteX2" fmla="*/ 85185 w 227478"/>
                <a:gd name="connsiteY2" fmla="*/ 234386 h 234386"/>
                <a:gd name="connsiteX3" fmla="*/ 0 w 227478"/>
                <a:gd name="connsiteY3" fmla="*/ 0 h 234386"/>
                <a:gd name="connsiteX4" fmla="*/ 60323 w 227478"/>
                <a:gd name="connsiteY4" fmla="*/ 0 h 234386"/>
                <a:gd name="connsiteX5" fmla="*/ 114199 w 227478"/>
                <a:gd name="connsiteY5" fmla="*/ 170387 h 234386"/>
                <a:gd name="connsiteX6" fmla="*/ 115120 w 227478"/>
                <a:gd name="connsiteY6" fmla="*/ 170387 h 234386"/>
                <a:gd name="connsiteX7" fmla="*/ 168997 w 227478"/>
                <a:gd name="connsiteY7" fmla="*/ 0 h 234386"/>
                <a:gd name="connsiteX8" fmla="*/ 227478 w 227478"/>
                <a:gd name="connsiteY8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7478" h="234386">
                  <a:moveTo>
                    <a:pt x="227478" y="0"/>
                  </a:moveTo>
                  <a:lnTo>
                    <a:pt x="142284" y="234386"/>
                  </a:lnTo>
                  <a:lnTo>
                    <a:pt x="85185" y="234386"/>
                  </a:lnTo>
                  <a:lnTo>
                    <a:pt x="0" y="0"/>
                  </a:lnTo>
                  <a:lnTo>
                    <a:pt x="60323" y="0"/>
                  </a:lnTo>
                  <a:lnTo>
                    <a:pt x="114199" y="170387"/>
                  </a:lnTo>
                  <a:lnTo>
                    <a:pt x="115120" y="170387"/>
                  </a:lnTo>
                  <a:lnTo>
                    <a:pt x="168997" y="0"/>
                  </a:lnTo>
                  <a:lnTo>
                    <a:pt x="227478" y="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8" name="Freihandform: Form 237">
              <a:extLst>
                <a:ext uri="{FF2B5EF4-FFF2-40B4-BE49-F238E27FC236}">
                  <a16:creationId xmlns:a16="http://schemas.microsoft.com/office/drawing/2014/main" id="{B95D9230-C37B-2C4B-A3B2-A21D37E6F321}"/>
                </a:ext>
              </a:extLst>
            </p:cNvPr>
            <p:cNvSpPr/>
            <p:nvPr/>
          </p:nvSpPr>
          <p:spPr>
            <a:xfrm>
              <a:off x="9429904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27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8 w 214130"/>
                <a:gd name="connsiteY10" fmla="*/ 101765 h 245899"/>
                <a:gd name="connsiteX11" fmla="*/ 161168 w 214130"/>
                <a:gd name="connsiteY11" fmla="*/ 101765 h 245899"/>
                <a:gd name="connsiteX12" fmla="*/ 109134 w 214130"/>
                <a:gd name="connsiteY12" fmla="*/ 45126 h 245899"/>
                <a:gd name="connsiteX13" fmla="*/ 5479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500" y="245900"/>
                    <a:pt x="0" y="196621"/>
                    <a:pt x="0" y="122489"/>
                  </a:cubicBezTo>
                  <a:cubicBezTo>
                    <a:pt x="0" y="49739"/>
                    <a:pt x="44666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27" y="141824"/>
                  </a:lnTo>
                  <a:cubicBezTo>
                    <a:pt x="61714" y="178208"/>
                    <a:pt x="83352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31" y="233465"/>
                    <a:pt x="151488" y="245900"/>
                    <a:pt x="116034" y="245900"/>
                  </a:cubicBezTo>
                  <a:close/>
                  <a:moveTo>
                    <a:pt x="54798" y="101765"/>
                  </a:moveTo>
                  <a:lnTo>
                    <a:pt x="161168" y="101765"/>
                  </a:lnTo>
                  <a:cubicBezTo>
                    <a:pt x="158873" y="65850"/>
                    <a:pt x="139990" y="45126"/>
                    <a:pt x="109134" y="45126"/>
                  </a:cubicBezTo>
                  <a:cubicBezTo>
                    <a:pt x="78738" y="45134"/>
                    <a:pt x="59394" y="65390"/>
                    <a:pt x="54798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9" name="Freihandform: Form 238">
              <a:extLst>
                <a:ext uri="{FF2B5EF4-FFF2-40B4-BE49-F238E27FC236}">
                  <a16:creationId xmlns:a16="http://schemas.microsoft.com/office/drawing/2014/main" id="{DE0B70AE-FCF5-0C4D-B4C8-8088E78B45FA}"/>
                </a:ext>
              </a:extLst>
            </p:cNvPr>
            <p:cNvSpPr/>
            <p:nvPr/>
          </p:nvSpPr>
          <p:spPr>
            <a:xfrm>
              <a:off x="9703872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94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7 w 141832"/>
                <a:gd name="connsiteY7" fmla="*/ 5979 h 240364"/>
                <a:gd name="connsiteX8" fmla="*/ 53877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793" y="56631"/>
                    <a:pt x="114669" y="53868"/>
                    <a:pt x="102694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7" y="5979"/>
                  </a:lnTo>
                  <a:lnTo>
                    <a:pt x="53877" y="35454"/>
                  </a:lnTo>
                  <a:lnTo>
                    <a:pt x="54798" y="35454"/>
                  </a:lnTo>
                  <a:cubicBezTo>
                    <a:pt x="67224" y="13348"/>
                    <a:pt x="89331" y="0"/>
                    <a:pt x="116042" y="0"/>
                  </a:cubicBezTo>
                  <a:cubicBezTo>
                    <a:pt x="123872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0" name="Freihandform: Form 239">
              <a:extLst>
                <a:ext uri="{FF2B5EF4-FFF2-40B4-BE49-F238E27FC236}">
                  <a16:creationId xmlns:a16="http://schemas.microsoft.com/office/drawing/2014/main" id="{A2ECCE8A-4A84-5B4C-8422-0B55E2E066C8}"/>
                </a:ext>
              </a:extLst>
            </p:cNvPr>
            <p:cNvSpPr/>
            <p:nvPr/>
          </p:nvSpPr>
          <p:spPr>
            <a:xfrm>
              <a:off x="9871287" y="2039148"/>
              <a:ext cx="180510" cy="245891"/>
            </a:xfrm>
            <a:custGeom>
              <a:avLst/>
              <a:gdLst>
                <a:gd name="connsiteX0" fmla="*/ 26234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2 h 245891"/>
                <a:gd name="connsiteX11" fmla="*/ 0 w 180510"/>
                <a:gd name="connsiteY11" fmla="*/ 217337 h 245891"/>
                <a:gd name="connsiteX12" fmla="*/ 26234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4" y="174063"/>
                  </a:moveTo>
                  <a:cubicBezTo>
                    <a:pt x="49261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82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2"/>
                    <a:pt x="90251" y="245892"/>
                  </a:cubicBezTo>
                  <a:cubicBezTo>
                    <a:pt x="58941" y="245892"/>
                    <a:pt x="27172" y="236220"/>
                    <a:pt x="0" y="217337"/>
                  </a:cubicBezTo>
                  <a:lnTo>
                    <a:pt x="26234" y="1740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1" name="Freihandform: Form 240">
              <a:extLst>
                <a:ext uri="{FF2B5EF4-FFF2-40B4-BE49-F238E27FC236}">
                  <a16:creationId xmlns:a16="http://schemas.microsoft.com/office/drawing/2014/main" id="{F8D9B2EC-07D7-2F47-A272-2D881486AA4F}"/>
                </a:ext>
              </a:extLst>
            </p:cNvPr>
            <p:cNvSpPr/>
            <p:nvPr/>
          </p:nvSpPr>
          <p:spPr>
            <a:xfrm>
              <a:off x="10103018" y="1941059"/>
              <a:ext cx="69535" cy="338461"/>
            </a:xfrm>
            <a:custGeom>
              <a:avLst/>
              <a:gdLst>
                <a:gd name="connsiteX0" fmla="*/ 69535 w 69535"/>
                <a:gd name="connsiteY0" fmla="*/ 33160 h 338461"/>
                <a:gd name="connsiteX1" fmla="*/ 34533 w 69535"/>
                <a:gd name="connsiteY1" fmla="*/ 66311 h 338461"/>
                <a:gd name="connsiteX2" fmla="*/ 0 w 69535"/>
                <a:gd name="connsiteY2" fmla="*/ 33160 h 338461"/>
                <a:gd name="connsiteX3" fmla="*/ 34533 w 69535"/>
                <a:gd name="connsiteY3" fmla="*/ 0 h 338461"/>
                <a:gd name="connsiteX4" fmla="*/ 69535 w 69535"/>
                <a:gd name="connsiteY4" fmla="*/ 33160 h 338461"/>
                <a:gd name="connsiteX5" fmla="*/ 62166 w 69535"/>
                <a:gd name="connsiteY5" fmla="*/ 338462 h 338461"/>
                <a:gd name="connsiteX6" fmla="*/ 7369 w 69535"/>
                <a:gd name="connsiteY6" fmla="*/ 338462 h 338461"/>
                <a:gd name="connsiteX7" fmla="*/ 7369 w 69535"/>
                <a:gd name="connsiteY7" fmla="*/ 104076 h 338461"/>
                <a:gd name="connsiteX8" fmla="*/ 62166 w 69535"/>
                <a:gd name="connsiteY8" fmla="*/ 104076 h 338461"/>
                <a:gd name="connsiteX9" fmla="*/ 62166 w 69535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5" h="338461">
                  <a:moveTo>
                    <a:pt x="69535" y="33160"/>
                  </a:moveTo>
                  <a:cubicBezTo>
                    <a:pt x="69535" y="52503"/>
                    <a:pt x="53877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7" y="0"/>
                    <a:pt x="69535" y="14277"/>
                    <a:pt x="69535" y="33160"/>
                  </a:cubicBezTo>
                  <a:close/>
                  <a:moveTo>
                    <a:pt x="62166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6" y="104076"/>
                  </a:lnTo>
                  <a:lnTo>
                    <a:pt x="62166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2" name="Freihandform: Form 241">
              <a:extLst>
                <a:ext uri="{FF2B5EF4-FFF2-40B4-BE49-F238E27FC236}">
                  <a16:creationId xmlns:a16="http://schemas.microsoft.com/office/drawing/2014/main" id="{D5C1A5CB-FA99-E943-BF6F-5FE08E2CD5D0}"/>
                </a:ext>
              </a:extLst>
            </p:cNvPr>
            <p:cNvSpPr/>
            <p:nvPr/>
          </p:nvSpPr>
          <p:spPr>
            <a:xfrm>
              <a:off x="10211675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3" name="Freihandform: Form 242">
              <a:extLst>
                <a:ext uri="{FF2B5EF4-FFF2-40B4-BE49-F238E27FC236}">
                  <a16:creationId xmlns:a16="http://schemas.microsoft.com/office/drawing/2014/main" id="{FAC0887C-5541-FF45-9F5C-21B69C101ECA}"/>
                </a:ext>
              </a:extLst>
            </p:cNvPr>
            <p:cNvSpPr/>
            <p:nvPr/>
          </p:nvSpPr>
          <p:spPr>
            <a:xfrm>
              <a:off x="10400449" y="1944744"/>
              <a:ext cx="198923" cy="340304"/>
            </a:xfrm>
            <a:custGeom>
              <a:avLst/>
              <a:gdLst>
                <a:gd name="connsiteX0" fmla="*/ 100835 w 198923"/>
                <a:gd name="connsiteY0" fmla="*/ 189261 h 340304"/>
                <a:gd name="connsiteX1" fmla="*/ 145040 w 198923"/>
                <a:gd name="connsiteY1" fmla="*/ 194327 h 340304"/>
                <a:gd name="connsiteX2" fmla="*/ 145040 w 198923"/>
                <a:gd name="connsiteY2" fmla="*/ 186037 h 340304"/>
                <a:gd name="connsiteX3" fmla="*/ 93466 w 198923"/>
                <a:gd name="connsiteY3" fmla="*/ 140451 h 340304"/>
                <a:gd name="connsiteX4" fmla="*/ 34064 w 198923"/>
                <a:gd name="connsiteY4" fmla="*/ 153807 h 340304"/>
                <a:gd name="connsiteX5" fmla="*/ 22090 w 198923"/>
                <a:gd name="connsiteY5" fmla="*/ 107760 h 340304"/>
                <a:gd name="connsiteX6" fmla="*/ 98993 w 198923"/>
                <a:gd name="connsiteY6" fmla="*/ 94404 h 340304"/>
                <a:gd name="connsiteX7" fmla="*/ 198924 w 198923"/>
                <a:gd name="connsiteY7" fmla="*/ 185116 h 340304"/>
                <a:gd name="connsiteX8" fmla="*/ 198924 w 198923"/>
                <a:gd name="connsiteY8" fmla="*/ 334778 h 340304"/>
                <a:gd name="connsiteX9" fmla="*/ 146882 w 198923"/>
                <a:gd name="connsiteY9" fmla="*/ 334778 h 340304"/>
                <a:gd name="connsiteX10" fmla="*/ 146882 w 198923"/>
                <a:gd name="connsiteY10" fmla="*/ 309908 h 340304"/>
                <a:gd name="connsiteX11" fmla="*/ 145969 w 198923"/>
                <a:gd name="connsiteY11" fmla="*/ 309908 h 340304"/>
                <a:gd name="connsiteX12" fmla="*/ 77356 w 198923"/>
                <a:gd name="connsiteY12" fmla="*/ 340304 h 340304"/>
                <a:gd name="connsiteX13" fmla="*/ 0 w 198923"/>
                <a:gd name="connsiteY13" fmla="*/ 265703 h 340304"/>
                <a:gd name="connsiteX14" fmla="*/ 100835 w 198923"/>
                <a:gd name="connsiteY14" fmla="*/ 189261 h 340304"/>
                <a:gd name="connsiteX15" fmla="*/ 56170 w 198923"/>
                <a:gd name="connsiteY15" fmla="*/ 64008 h 340304"/>
                <a:gd name="connsiteX16" fmla="*/ 23480 w 198923"/>
                <a:gd name="connsiteY16" fmla="*/ 32238 h 340304"/>
                <a:gd name="connsiteX17" fmla="*/ 56170 w 198923"/>
                <a:gd name="connsiteY17" fmla="*/ 0 h 340304"/>
                <a:gd name="connsiteX18" fmla="*/ 88861 w 198923"/>
                <a:gd name="connsiteY18" fmla="*/ 32238 h 340304"/>
                <a:gd name="connsiteX19" fmla="*/ 56170 w 198923"/>
                <a:gd name="connsiteY19" fmla="*/ 64008 h 340304"/>
                <a:gd name="connsiteX20" fmla="*/ 91624 w 198923"/>
                <a:gd name="connsiteY20" fmla="*/ 299324 h 340304"/>
                <a:gd name="connsiteX21" fmla="*/ 145040 w 198923"/>
                <a:gd name="connsiteY21" fmla="*/ 271238 h 340304"/>
                <a:gd name="connsiteX22" fmla="*/ 145040 w 198923"/>
                <a:gd name="connsiteY22" fmla="*/ 230250 h 340304"/>
                <a:gd name="connsiteX23" fmla="*/ 106823 w 198923"/>
                <a:gd name="connsiteY23" fmla="*/ 225644 h 340304"/>
                <a:gd name="connsiteX24" fmla="*/ 52486 w 198923"/>
                <a:gd name="connsiteY24" fmla="*/ 264322 h 340304"/>
                <a:gd name="connsiteX25" fmla="*/ 91624 w 198923"/>
                <a:gd name="connsiteY25" fmla="*/ 299324 h 340304"/>
                <a:gd name="connsiteX26" fmla="*/ 151948 w 198923"/>
                <a:gd name="connsiteY26" fmla="*/ 64008 h 340304"/>
                <a:gd name="connsiteX27" fmla="*/ 119258 w 198923"/>
                <a:gd name="connsiteY27" fmla="*/ 32238 h 340304"/>
                <a:gd name="connsiteX28" fmla="*/ 151948 w 198923"/>
                <a:gd name="connsiteY28" fmla="*/ 0 h 340304"/>
                <a:gd name="connsiteX29" fmla="*/ 184639 w 198923"/>
                <a:gd name="connsiteY29" fmla="*/ 32238 h 340304"/>
                <a:gd name="connsiteX30" fmla="*/ 151948 w 198923"/>
                <a:gd name="connsiteY30" fmla="*/ 64008 h 340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98923" h="340304">
                  <a:moveTo>
                    <a:pt x="100835" y="189261"/>
                  </a:moveTo>
                  <a:cubicBezTo>
                    <a:pt x="116026" y="189261"/>
                    <a:pt x="129851" y="190182"/>
                    <a:pt x="145040" y="194327"/>
                  </a:cubicBezTo>
                  <a:lnTo>
                    <a:pt x="145040" y="186037"/>
                  </a:lnTo>
                  <a:cubicBezTo>
                    <a:pt x="145040" y="156109"/>
                    <a:pt x="127539" y="140451"/>
                    <a:pt x="93466" y="140451"/>
                  </a:cubicBezTo>
                  <a:cubicBezTo>
                    <a:pt x="74584" y="140451"/>
                    <a:pt x="53407" y="145056"/>
                    <a:pt x="34064" y="153807"/>
                  </a:cubicBezTo>
                  <a:lnTo>
                    <a:pt x="22090" y="107760"/>
                  </a:lnTo>
                  <a:cubicBezTo>
                    <a:pt x="43727" y="99470"/>
                    <a:pt x="72282" y="94404"/>
                    <a:pt x="98993" y="94404"/>
                  </a:cubicBezTo>
                  <a:cubicBezTo>
                    <a:pt x="164844" y="94404"/>
                    <a:pt x="198924" y="125261"/>
                    <a:pt x="198924" y="185116"/>
                  </a:cubicBezTo>
                  <a:lnTo>
                    <a:pt x="198924" y="334778"/>
                  </a:lnTo>
                  <a:lnTo>
                    <a:pt x="146882" y="334778"/>
                  </a:lnTo>
                  <a:lnTo>
                    <a:pt x="146882" y="309908"/>
                  </a:lnTo>
                  <a:lnTo>
                    <a:pt x="145969" y="309908"/>
                  </a:lnTo>
                  <a:cubicBezTo>
                    <a:pt x="125705" y="330633"/>
                    <a:pt x="104528" y="340304"/>
                    <a:pt x="77356" y="340304"/>
                  </a:cubicBezTo>
                  <a:cubicBezTo>
                    <a:pt x="30388" y="340304"/>
                    <a:pt x="0" y="311290"/>
                    <a:pt x="0" y="265703"/>
                  </a:cubicBezTo>
                  <a:cubicBezTo>
                    <a:pt x="-8" y="215973"/>
                    <a:pt x="35446" y="189261"/>
                    <a:pt x="100835" y="189261"/>
                  </a:cubicBezTo>
                  <a:close/>
                  <a:moveTo>
                    <a:pt x="56170" y="64008"/>
                  </a:moveTo>
                  <a:cubicBezTo>
                    <a:pt x="38670" y="64008"/>
                    <a:pt x="23480" y="49270"/>
                    <a:pt x="23480" y="32238"/>
                  </a:cubicBezTo>
                  <a:cubicBezTo>
                    <a:pt x="23480" y="15198"/>
                    <a:pt x="38670" y="0"/>
                    <a:pt x="56170" y="0"/>
                  </a:cubicBezTo>
                  <a:cubicBezTo>
                    <a:pt x="73671" y="0"/>
                    <a:pt x="88861" y="15190"/>
                    <a:pt x="88861" y="32238"/>
                  </a:cubicBezTo>
                  <a:cubicBezTo>
                    <a:pt x="88861" y="49270"/>
                    <a:pt x="73671" y="64008"/>
                    <a:pt x="56170" y="64008"/>
                  </a:cubicBezTo>
                  <a:close/>
                  <a:moveTo>
                    <a:pt x="91624" y="299324"/>
                  </a:moveTo>
                  <a:cubicBezTo>
                    <a:pt x="111420" y="299324"/>
                    <a:pt x="129841" y="289652"/>
                    <a:pt x="145040" y="271238"/>
                  </a:cubicBezTo>
                  <a:lnTo>
                    <a:pt x="145040" y="230250"/>
                  </a:lnTo>
                  <a:cubicBezTo>
                    <a:pt x="132144" y="227026"/>
                    <a:pt x="118789" y="225644"/>
                    <a:pt x="106823" y="225644"/>
                  </a:cubicBezTo>
                  <a:cubicBezTo>
                    <a:pt x="72290" y="225644"/>
                    <a:pt x="52486" y="239452"/>
                    <a:pt x="52486" y="264322"/>
                  </a:cubicBezTo>
                  <a:cubicBezTo>
                    <a:pt x="52477" y="285968"/>
                    <a:pt x="67684" y="299324"/>
                    <a:pt x="91624" y="299324"/>
                  </a:cubicBezTo>
                  <a:close/>
                  <a:moveTo>
                    <a:pt x="151948" y="64008"/>
                  </a:moveTo>
                  <a:cubicBezTo>
                    <a:pt x="134447" y="64008"/>
                    <a:pt x="119258" y="49270"/>
                    <a:pt x="119258" y="32238"/>
                  </a:cubicBezTo>
                  <a:cubicBezTo>
                    <a:pt x="119258" y="15198"/>
                    <a:pt x="134447" y="0"/>
                    <a:pt x="151948" y="0"/>
                  </a:cubicBezTo>
                  <a:cubicBezTo>
                    <a:pt x="169448" y="0"/>
                    <a:pt x="184639" y="15190"/>
                    <a:pt x="184639" y="32238"/>
                  </a:cubicBezTo>
                  <a:cubicBezTo>
                    <a:pt x="184647" y="49270"/>
                    <a:pt x="169448" y="64008"/>
                    <a:pt x="151948" y="6400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4" name="Freihandform: Form 243">
              <a:extLst>
                <a:ext uri="{FF2B5EF4-FFF2-40B4-BE49-F238E27FC236}">
                  <a16:creationId xmlns:a16="http://schemas.microsoft.com/office/drawing/2014/main" id="{CEB3EB81-D1C4-D044-AF1C-A8DEBD1A5204}"/>
                </a:ext>
              </a:extLst>
            </p:cNvPr>
            <p:cNvSpPr/>
            <p:nvPr/>
          </p:nvSpPr>
          <p:spPr>
            <a:xfrm>
              <a:off x="10641954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6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5" name="Freihandform: Form 244">
              <a:extLst>
                <a:ext uri="{FF2B5EF4-FFF2-40B4-BE49-F238E27FC236}">
                  <a16:creationId xmlns:a16="http://schemas.microsoft.com/office/drawing/2014/main" id="{0F085344-7F64-BC41-B7A2-F0B1CFC073CE}"/>
                </a:ext>
              </a:extLst>
            </p:cNvPr>
            <p:cNvSpPr/>
            <p:nvPr/>
          </p:nvSpPr>
          <p:spPr>
            <a:xfrm>
              <a:off x="4034676" y="2461949"/>
              <a:ext cx="203537" cy="324184"/>
            </a:xfrm>
            <a:custGeom>
              <a:avLst/>
              <a:gdLst>
                <a:gd name="connsiteX0" fmla="*/ 203538 w 203537"/>
                <a:gd name="connsiteY0" fmla="*/ 52955 h 324184"/>
                <a:gd name="connsiteX1" fmla="*/ 57561 w 203537"/>
                <a:gd name="connsiteY1" fmla="*/ 52955 h 324184"/>
                <a:gd name="connsiteX2" fmla="*/ 57561 w 203537"/>
                <a:gd name="connsiteY2" fmla="*/ 133543 h 324184"/>
                <a:gd name="connsiteX3" fmla="*/ 166694 w 203537"/>
                <a:gd name="connsiteY3" fmla="*/ 133543 h 324184"/>
                <a:gd name="connsiteX4" fmla="*/ 166694 w 203537"/>
                <a:gd name="connsiteY4" fmla="*/ 186037 h 324184"/>
                <a:gd name="connsiteX5" fmla="*/ 57561 w 203537"/>
                <a:gd name="connsiteY5" fmla="*/ 186037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55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55"/>
                  </a:moveTo>
                  <a:lnTo>
                    <a:pt x="57561" y="52955"/>
                  </a:lnTo>
                  <a:lnTo>
                    <a:pt x="57561" y="133543"/>
                  </a:lnTo>
                  <a:lnTo>
                    <a:pt x="166694" y="133543"/>
                  </a:lnTo>
                  <a:lnTo>
                    <a:pt x="166694" y="186037"/>
                  </a:lnTo>
                  <a:lnTo>
                    <a:pt x="57561" y="186037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5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6" name="Freihandform: Form 245">
              <a:extLst>
                <a:ext uri="{FF2B5EF4-FFF2-40B4-BE49-F238E27FC236}">
                  <a16:creationId xmlns:a16="http://schemas.microsoft.com/office/drawing/2014/main" id="{E329E034-02D6-8E4E-B8DF-04E61F43DE7C}"/>
                </a:ext>
              </a:extLst>
            </p:cNvPr>
            <p:cNvSpPr/>
            <p:nvPr/>
          </p:nvSpPr>
          <p:spPr>
            <a:xfrm>
              <a:off x="4248564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94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5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7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52" y="132621"/>
                    <a:pt x="118796" y="131240"/>
                    <a:pt x="106822" y="131240"/>
                  </a:cubicBezTo>
                  <a:cubicBezTo>
                    <a:pt x="72289" y="131240"/>
                    <a:pt x="52494" y="145048"/>
                    <a:pt x="52494" y="169918"/>
                  </a:cubicBezTo>
                  <a:cubicBezTo>
                    <a:pt x="52494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7" name="Freihandform: Form 246">
              <a:extLst>
                <a:ext uri="{FF2B5EF4-FFF2-40B4-BE49-F238E27FC236}">
                  <a16:creationId xmlns:a16="http://schemas.microsoft.com/office/drawing/2014/main" id="{A32F911F-8DE3-CA4E-A53E-F107EE54ADA3}"/>
                </a:ext>
              </a:extLst>
            </p:cNvPr>
            <p:cNvSpPr/>
            <p:nvPr/>
          </p:nvSpPr>
          <p:spPr>
            <a:xfrm>
              <a:off x="4504663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1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09" y="50191"/>
                  </a:cubicBezTo>
                  <a:cubicBezTo>
                    <a:pt x="78276" y="50191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71" y="196161"/>
                    <a:pt x="145509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8" name="Freihandform: Form 247">
              <a:extLst>
                <a:ext uri="{FF2B5EF4-FFF2-40B4-BE49-F238E27FC236}">
                  <a16:creationId xmlns:a16="http://schemas.microsoft.com/office/drawing/2014/main" id="{02DEC2DE-6F39-2E43-A81F-878F069A5605}"/>
                </a:ext>
              </a:extLst>
            </p:cNvPr>
            <p:cNvSpPr/>
            <p:nvPr/>
          </p:nvSpPr>
          <p:spPr>
            <a:xfrm>
              <a:off x="4749206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8 w 201695"/>
                <a:gd name="connsiteY10" fmla="*/ 136298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298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9" name="Freihandform: Form 248">
              <a:extLst>
                <a:ext uri="{FF2B5EF4-FFF2-40B4-BE49-F238E27FC236}">
                  <a16:creationId xmlns:a16="http://schemas.microsoft.com/office/drawing/2014/main" id="{F66429FB-ECC8-0A45-85D8-A187E3D060D9}"/>
                </a:ext>
              </a:extLst>
            </p:cNvPr>
            <p:cNvSpPr/>
            <p:nvPr/>
          </p:nvSpPr>
          <p:spPr>
            <a:xfrm>
              <a:off x="5020788" y="2443535"/>
              <a:ext cx="218735" cy="348125"/>
            </a:xfrm>
            <a:custGeom>
              <a:avLst/>
              <a:gdLst>
                <a:gd name="connsiteX0" fmla="*/ 218736 w 218735"/>
                <a:gd name="connsiteY0" fmla="*/ 223785 h 348125"/>
                <a:gd name="connsiteX1" fmla="*/ 122959 w 218735"/>
                <a:gd name="connsiteY1" fmla="*/ 348125 h 348125"/>
                <a:gd name="connsiteX2" fmla="*/ 53424 w 218735"/>
                <a:gd name="connsiteY2" fmla="*/ 315434 h 348125"/>
                <a:gd name="connsiteX3" fmla="*/ 52503 w 218735"/>
                <a:gd name="connsiteY3" fmla="*/ 315434 h 348125"/>
                <a:gd name="connsiteX4" fmla="*/ 52503 w 218735"/>
                <a:gd name="connsiteY4" fmla="*/ 342599 h 348125"/>
                <a:gd name="connsiteX5" fmla="*/ 0 w 218735"/>
                <a:gd name="connsiteY5" fmla="*/ 342599 h 348125"/>
                <a:gd name="connsiteX6" fmla="*/ 0 w 218735"/>
                <a:gd name="connsiteY6" fmla="*/ 13808 h 348125"/>
                <a:gd name="connsiteX7" fmla="*/ 54806 w 218735"/>
                <a:gd name="connsiteY7" fmla="*/ 0 h 348125"/>
                <a:gd name="connsiteX8" fmla="*/ 54806 w 218735"/>
                <a:gd name="connsiteY8" fmla="*/ 135376 h 348125"/>
                <a:gd name="connsiteX9" fmla="*/ 55719 w 218735"/>
                <a:gd name="connsiteY9" fmla="*/ 135376 h 348125"/>
                <a:gd name="connsiteX10" fmla="*/ 124332 w 218735"/>
                <a:gd name="connsiteY10" fmla="*/ 102225 h 348125"/>
                <a:gd name="connsiteX11" fmla="*/ 218736 w 218735"/>
                <a:gd name="connsiteY11" fmla="*/ 223785 h 348125"/>
                <a:gd name="connsiteX12" fmla="*/ 164852 w 218735"/>
                <a:gd name="connsiteY12" fmla="*/ 225167 h 348125"/>
                <a:gd name="connsiteX13" fmla="*/ 110055 w 218735"/>
                <a:gd name="connsiteY13" fmla="*/ 151487 h 348125"/>
                <a:gd name="connsiteX14" fmla="*/ 54797 w 218735"/>
                <a:gd name="connsiteY14" fmla="*/ 181883 h 348125"/>
                <a:gd name="connsiteX15" fmla="*/ 54797 w 218735"/>
                <a:gd name="connsiteY15" fmla="*/ 267537 h 348125"/>
                <a:gd name="connsiteX16" fmla="*/ 110507 w 218735"/>
                <a:gd name="connsiteY16" fmla="*/ 299315 h 348125"/>
                <a:gd name="connsiteX17" fmla="*/ 164852 w 218735"/>
                <a:gd name="connsiteY17" fmla="*/ 225167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8735" h="348125">
                  <a:moveTo>
                    <a:pt x="218736" y="223785"/>
                  </a:moveTo>
                  <a:cubicBezTo>
                    <a:pt x="218736" y="299315"/>
                    <a:pt x="180519" y="348125"/>
                    <a:pt x="122959" y="348125"/>
                  </a:cubicBezTo>
                  <a:cubicBezTo>
                    <a:pt x="93483" y="348125"/>
                    <a:pt x="69074" y="335690"/>
                    <a:pt x="53424" y="315434"/>
                  </a:cubicBezTo>
                  <a:lnTo>
                    <a:pt x="52503" y="315434"/>
                  </a:lnTo>
                  <a:lnTo>
                    <a:pt x="52503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806" y="0"/>
                  </a:lnTo>
                  <a:lnTo>
                    <a:pt x="54806" y="135376"/>
                  </a:lnTo>
                  <a:lnTo>
                    <a:pt x="55719" y="135376"/>
                  </a:lnTo>
                  <a:cubicBezTo>
                    <a:pt x="71377" y="114652"/>
                    <a:pt x="95317" y="102225"/>
                    <a:pt x="124332" y="102225"/>
                  </a:cubicBezTo>
                  <a:cubicBezTo>
                    <a:pt x="180510" y="102217"/>
                    <a:pt x="218736" y="147803"/>
                    <a:pt x="218736" y="223785"/>
                  </a:cubicBezTo>
                  <a:close/>
                  <a:moveTo>
                    <a:pt x="164852" y="225167"/>
                  </a:moveTo>
                  <a:cubicBezTo>
                    <a:pt x="164852" y="176826"/>
                    <a:pt x="145056" y="151487"/>
                    <a:pt x="110055" y="151487"/>
                  </a:cubicBezTo>
                  <a:cubicBezTo>
                    <a:pt x="88878" y="151487"/>
                    <a:pt x="71838" y="160707"/>
                    <a:pt x="54797" y="181883"/>
                  </a:cubicBezTo>
                  <a:lnTo>
                    <a:pt x="54797" y="267537"/>
                  </a:lnTo>
                  <a:cubicBezTo>
                    <a:pt x="70448" y="288262"/>
                    <a:pt x="87949" y="299315"/>
                    <a:pt x="110507" y="299315"/>
                  </a:cubicBezTo>
                  <a:cubicBezTo>
                    <a:pt x="145969" y="299307"/>
                    <a:pt x="164852" y="272134"/>
                    <a:pt x="164852" y="225167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0" name="Freihandform: Form 249">
              <a:extLst>
                <a:ext uri="{FF2B5EF4-FFF2-40B4-BE49-F238E27FC236}">
                  <a16:creationId xmlns:a16="http://schemas.microsoft.com/office/drawing/2014/main" id="{E3494488-3642-EE4C-8114-D1013B394EB0}"/>
                </a:ext>
              </a:extLst>
            </p:cNvPr>
            <p:cNvSpPr/>
            <p:nvPr/>
          </p:nvSpPr>
          <p:spPr>
            <a:xfrm>
              <a:off x="5287630" y="2545752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806 w 214138"/>
                <a:gd name="connsiteY10" fmla="*/ 101765 h 245899"/>
                <a:gd name="connsiteX11" fmla="*/ 161176 w 214138"/>
                <a:gd name="connsiteY11" fmla="*/ 101765 h 245899"/>
                <a:gd name="connsiteX12" fmla="*/ 109134 w 214138"/>
                <a:gd name="connsiteY12" fmla="*/ 45125 h 245899"/>
                <a:gd name="connsiteX13" fmla="*/ 54806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7" y="198924"/>
                    <a:pt x="155658" y="190634"/>
                    <a:pt x="174079" y="171291"/>
                  </a:cubicBezTo>
                  <a:lnTo>
                    <a:pt x="208152" y="207214"/>
                  </a:lnTo>
                  <a:cubicBezTo>
                    <a:pt x="181440" y="233465"/>
                    <a:pt x="151504" y="245900"/>
                    <a:pt x="116042" y="245900"/>
                  </a:cubicBezTo>
                  <a:close/>
                  <a:moveTo>
                    <a:pt x="54806" y="101765"/>
                  </a:moveTo>
                  <a:lnTo>
                    <a:pt x="161176" y="101765"/>
                  </a:lnTo>
                  <a:cubicBezTo>
                    <a:pt x="158873" y="65850"/>
                    <a:pt x="139990" y="45125"/>
                    <a:pt x="109134" y="45125"/>
                  </a:cubicBezTo>
                  <a:cubicBezTo>
                    <a:pt x="78746" y="45134"/>
                    <a:pt x="59411" y="65390"/>
                    <a:pt x="54806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1" name="Freihandform: Form 250">
              <a:extLst>
                <a:ext uri="{FF2B5EF4-FFF2-40B4-BE49-F238E27FC236}">
                  <a16:creationId xmlns:a16="http://schemas.microsoft.com/office/drawing/2014/main" id="{A3A2F3C6-2C0D-4D45-B46F-BF1DE25E1CC6}"/>
                </a:ext>
              </a:extLst>
            </p:cNvPr>
            <p:cNvSpPr/>
            <p:nvPr/>
          </p:nvSpPr>
          <p:spPr>
            <a:xfrm>
              <a:off x="5561607" y="2545769"/>
              <a:ext cx="141832" cy="240365"/>
            </a:xfrm>
            <a:custGeom>
              <a:avLst/>
              <a:gdLst>
                <a:gd name="connsiteX0" fmla="*/ 141833 w 141832"/>
                <a:gd name="connsiteY0" fmla="*/ 5049 h 240365"/>
                <a:gd name="connsiteX1" fmla="*/ 133082 w 141832"/>
                <a:gd name="connsiteY1" fmla="*/ 61228 h 240365"/>
                <a:gd name="connsiteX2" fmla="*/ 102686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34 w 141832"/>
                <a:gd name="connsiteY10" fmla="*/ 0 h 240365"/>
                <a:gd name="connsiteX11" fmla="*/ 141833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3" y="5049"/>
                  </a:moveTo>
                  <a:lnTo>
                    <a:pt x="133082" y="61228"/>
                  </a:lnTo>
                  <a:cubicBezTo>
                    <a:pt x="124792" y="56623"/>
                    <a:pt x="114661" y="53859"/>
                    <a:pt x="102686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4" y="0"/>
                  </a:cubicBezTo>
                  <a:cubicBezTo>
                    <a:pt x="123879" y="-17"/>
                    <a:pt x="133543" y="1365"/>
                    <a:pt x="141833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51">
              <a:extLst>
                <a:ext uri="{FF2B5EF4-FFF2-40B4-BE49-F238E27FC236}">
                  <a16:creationId xmlns:a16="http://schemas.microsoft.com/office/drawing/2014/main" id="{604E27F8-3A52-2F4E-8C66-946E882601A7}"/>
                </a:ext>
              </a:extLst>
            </p:cNvPr>
            <p:cNvSpPr/>
            <p:nvPr/>
          </p:nvSpPr>
          <p:spPr>
            <a:xfrm>
              <a:off x="5733668" y="2545752"/>
              <a:ext cx="214138" cy="245899"/>
            </a:xfrm>
            <a:custGeom>
              <a:avLst/>
              <a:gdLst>
                <a:gd name="connsiteX0" fmla="*/ 116041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6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1 w 214138"/>
                <a:gd name="connsiteY8" fmla="*/ 207214 h 245899"/>
                <a:gd name="connsiteX9" fmla="*/ 116041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5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1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6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6" y="198924"/>
                    <a:pt x="155657" y="190634"/>
                    <a:pt x="174079" y="171291"/>
                  </a:cubicBezTo>
                  <a:lnTo>
                    <a:pt x="208151" y="207214"/>
                  </a:lnTo>
                  <a:cubicBezTo>
                    <a:pt x="181431" y="233465"/>
                    <a:pt x="151495" y="245900"/>
                    <a:pt x="116041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5"/>
                    <a:pt x="109125" y="45125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3" name="Freihandform: Form 252">
              <a:extLst>
                <a:ext uri="{FF2B5EF4-FFF2-40B4-BE49-F238E27FC236}">
                  <a16:creationId xmlns:a16="http://schemas.microsoft.com/office/drawing/2014/main" id="{C3503F79-8014-F34D-81A3-95D14825164D}"/>
                </a:ext>
              </a:extLst>
            </p:cNvPr>
            <p:cNvSpPr/>
            <p:nvPr/>
          </p:nvSpPr>
          <p:spPr>
            <a:xfrm>
              <a:off x="5999489" y="2447663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4" name="Freihandform: Form 253">
              <a:extLst>
                <a:ext uri="{FF2B5EF4-FFF2-40B4-BE49-F238E27FC236}">
                  <a16:creationId xmlns:a16="http://schemas.microsoft.com/office/drawing/2014/main" id="{01242C23-F6AF-0D4E-B856-CA42B9F54609}"/>
                </a:ext>
              </a:extLst>
            </p:cNvPr>
            <p:cNvSpPr/>
            <p:nvPr/>
          </p:nvSpPr>
          <p:spPr>
            <a:xfrm>
              <a:off x="6120438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8 w 197542"/>
                <a:gd name="connsiteY5" fmla="*/ 75974 h 245899"/>
                <a:gd name="connsiteX6" fmla="*/ 112810 w 197542"/>
                <a:gd name="connsiteY6" fmla="*/ 50191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8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63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5" name="Freihandform: Form 254">
              <a:extLst>
                <a:ext uri="{FF2B5EF4-FFF2-40B4-BE49-F238E27FC236}">
                  <a16:creationId xmlns:a16="http://schemas.microsoft.com/office/drawing/2014/main" id="{4CA1F2F5-DC2F-794B-9A56-DF56538018F3}"/>
                </a:ext>
              </a:extLst>
            </p:cNvPr>
            <p:cNvSpPr/>
            <p:nvPr/>
          </p:nvSpPr>
          <p:spPr>
            <a:xfrm>
              <a:off x="6364973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9 w 201695"/>
                <a:gd name="connsiteY10" fmla="*/ 136298 h 342598"/>
                <a:gd name="connsiteX11" fmla="*/ 124324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9" y="136298"/>
                  </a:lnTo>
                  <a:cubicBezTo>
                    <a:pt x="69074" y="115573"/>
                    <a:pt x="93483" y="102225"/>
                    <a:pt x="124324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6" name="Freihandform: Form 255">
              <a:extLst>
                <a:ext uri="{FF2B5EF4-FFF2-40B4-BE49-F238E27FC236}">
                  <a16:creationId xmlns:a16="http://schemas.microsoft.com/office/drawing/2014/main" id="{D6DCBF28-06AD-9D4B-849B-0C1AD6B0A7F3}"/>
                </a:ext>
              </a:extLst>
            </p:cNvPr>
            <p:cNvSpPr/>
            <p:nvPr/>
          </p:nvSpPr>
          <p:spPr>
            <a:xfrm>
              <a:off x="6751826" y="2461940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9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2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9 w 398768"/>
                <a:gd name="connsiteY9" fmla="*/ 0 h 324184"/>
                <a:gd name="connsiteX10" fmla="*/ 317260 w 398768"/>
                <a:gd name="connsiteY10" fmla="*/ 324185 h 324184"/>
                <a:gd name="connsiteX11" fmla="*/ 257858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9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2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9" y="0"/>
                  </a:lnTo>
                  <a:lnTo>
                    <a:pt x="317260" y="324185"/>
                  </a:lnTo>
                  <a:lnTo>
                    <a:pt x="257858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7" name="Freihandform: Form 256">
              <a:extLst>
                <a:ext uri="{FF2B5EF4-FFF2-40B4-BE49-F238E27FC236}">
                  <a16:creationId xmlns:a16="http://schemas.microsoft.com/office/drawing/2014/main" id="{5B0B90D1-8D4F-EF4E-9979-19365E5D27C9}"/>
                </a:ext>
              </a:extLst>
            </p:cNvPr>
            <p:cNvSpPr/>
            <p:nvPr/>
          </p:nvSpPr>
          <p:spPr>
            <a:xfrm>
              <a:off x="7196759" y="2447663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8" name="Freihandform: Form 257">
              <a:extLst>
                <a:ext uri="{FF2B5EF4-FFF2-40B4-BE49-F238E27FC236}">
                  <a16:creationId xmlns:a16="http://schemas.microsoft.com/office/drawing/2014/main" id="{BE10948C-97EB-A442-9B65-93A193D2BB80}"/>
                </a:ext>
              </a:extLst>
            </p:cNvPr>
            <p:cNvSpPr/>
            <p:nvPr/>
          </p:nvSpPr>
          <p:spPr>
            <a:xfrm>
              <a:off x="7330586" y="2545769"/>
              <a:ext cx="141832" cy="240365"/>
            </a:xfrm>
            <a:custGeom>
              <a:avLst/>
              <a:gdLst>
                <a:gd name="connsiteX0" fmla="*/ 141832 w 141832"/>
                <a:gd name="connsiteY0" fmla="*/ 5049 h 240365"/>
                <a:gd name="connsiteX1" fmla="*/ 133082 w 141832"/>
                <a:gd name="connsiteY1" fmla="*/ 61228 h 240365"/>
                <a:gd name="connsiteX2" fmla="*/ 102694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41 w 141832"/>
                <a:gd name="connsiteY10" fmla="*/ 0 h 240365"/>
                <a:gd name="connsiteX11" fmla="*/ 141832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2" y="5049"/>
                  </a:moveTo>
                  <a:lnTo>
                    <a:pt x="133082" y="61228"/>
                  </a:lnTo>
                  <a:cubicBezTo>
                    <a:pt x="124792" y="56623"/>
                    <a:pt x="114668" y="53859"/>
                    <a:pt x="102694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3" y="13348"/>
                    <a:pt x="89330" y="0"/>
                    <a:pt x="116041" y="0"/>
                  </a:cubicBezTo>
                  <a:cubicBezTo>
                    <a:pt x="123871" y="-17"/>
                    <a:pt x="133543" y="1365"/>
                    <a:pt x="141832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9" name="Freihandform: Form 258">
              <a:extLst>
                <a:ext uri="{FF2B5EF4-FFF2-40B4-BE49-F238E27FC236}">
                  <a16:creationId xmlns:a16="http://schemas.microsoft.com/office/drawing/2014/main" id="{4C288427-37D2-FB4D-B408-246FF3E06988}"/>
                </a:ext>
              </a:extLst>
            </p:cNvPr>
            <p:cNvSpPr/>
            <p:nvPr/>
          </p:nvSpPr>
          <p:spPr>
            <a:xfrm>
              <a:off x="7506323" y="2475749"/>
              <a:ext cx="145977" cy="315903"/>
            </a:xfrm>
            <a:custGeom>
              <a:avLst/>
              <a:gdLst>
                <a:gd name="connsiteX0" fmla="*/ 145978 w 145977"/>
                <a:gd name="connsiteY0" fmla="*/ 260185 h 315903"/>
                <a:gd name="connsiteX1" fmla="*/ 145978 w 145977"/>
                <a:gd name="connsiteY1" fmla="*/ 307153 h 315903"/>
                <a:gd name="connsiteX2" fmla="*/ 99923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2 w 145977"/>
                <a:gd name="connsiteY15" fmla="*/ 268006 h 315903"/>
                <a:gd name="connsiteX16" fmla="*/ 145978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3" y="312680"/>
                    <a:pt x="116041" y="315903"/>
                    <a:pt x="99923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20" y="268006"/>
                    <a:pt x="115572" y="268006"/>
                  </a:cubicBezTo>
                  <a:cubicBezTo>
                    <a:pt x="125721" y="268015"/>
                    <a:pt x="136766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0" name="Freihandform: Form 259">
              <a:extLst>
                <a:ext uri="{FF2B5EF4-FFF2-40B4-BE49-F238E27FC236}">
                  <a16:creationId xmlns:a16="http://schemas.microsoft.com/office/drawing/2014/main" id="{6E0B30B8-8311-4245-A333-A8DCC8F1926B}"/>
                </a:ext>
              </a:extLst>
            </p:cNvPr>
            <p:cNvSpPr/>
            <p:nvPr/>
          </p:nvSpPr>
          <p:spPr>
            <a:xfrm>
              <a:off x="7691154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3" y="53415"/>
                    <a:pt x="115121" y="46499"/>
                    <a:pt x="97159" y="46499"/>
                  </a:cubicBezTo>
                  <a:cubicBezTo>
                    <a:pt x="76896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1" name="Freihandform: Form 260">
              <a:extLst>
                <a:ext uri="{FF2B5EF4-FFF2-40B4-BE49-F238E27FC236}">
                  <a16:creationId xmlns:a16="http://schemas.microsoft.com/office/drawing/2014/main" id="{462B3C2A-5B5A-E843-8BFD-8621A1CDE12D}"/>
                </a:ext>
              </a:extLst>
            </p:cNvPr>
            <p:cNvSpPr/>
            <p:nvPr/>
          </p:nvSpPr>
          <p:spPr>
            <a:xfrm>
              <a:off x="7916480" y="2545760"/>
              <a:ext cx="197541" cy="245899"/>
            </a:xfrm>
            <a:custGeom>
              <a:avLst/>
              <a:gdLst>
                <a:gd name="connsiteX0" fmla="*/ 196169 w 197541"/>
                <a:gd name="connsiteY0" fmla="*/ 208135 h 245899"/>
                <a:gd name="connsiteX1" fmla="*/ 112357 w 197541"/>
                <a:gd name="connsiteY1" fmla="*/ 245900 h 245899"/>
                <a:gd name="connsiteX2" fmla="*/ 0 w 197541"/>
                <a:gd name="connsiteY2" fmla="*/ 123871 h 245899"/>
                <a:gd name="connsiteX3" fmla="*/ 113278 w 197541"/>
                <a:gd name="connsiteY3" fmla="*/ 0 h 245899"/>
                <a:gd name="connsiteX4" fmla="*/ 197542 w 197541"/>
                <a:gd name="connsiteY4" fmla="*/ 40059 h 245899"/>
                <a:gd name="connsiteX5" fmla="*/ 159777 w 197541"/>
                <a:gd name="connsiteY5" fmla="*/ 75974 h 245899"/>
                <a:gd name="connsiteX6" fmla="*/ 112810 w 197541"/>
                <a:gd name="connsiteY6" fmla="*/ 50191 h 245899"/>
                <a:gd name="connsiteX7" fmla="*/ 54788 w 197541"/>
                <a:gd name="connsiteY7" fmla="*/ 122942 h 245899"/>
                <a:gd name="connsiteX8" fmla="*/ 112349 w 197541"/>
                <a:gd name="connsiteY8" fmla="*/ 196161 h 245899"/>
                <a:gd name="connsiteX9" fmla="*/ 160699 w 197541"/>
                <a:gd name="connsiteY9" fmla="*/ 170370 h 245899"/>
                <a:gd name="connsiteX10" fmla="*/ 196169 w 197541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1" h="245899">
                  <a:moveTo>
                    <a:pt x="196169" y="208135"/>
                  </a:moveTo>
                  <a:cubicBezTo>
                    <a:pt x="172680" y="233926"/>
                    <a:pt x="145977" y="245900"/>
                    <a:pt x="112357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8" y="78737"/>
                    <a:pt x="54788" y="122942"/>
                  </a:cubicBezTo>
                  <a:cubicBezTo>
                    <a:pt x="54788" y="166694"/>
                    <a:pt x="78277" y="196161"/>
                    <a:pt x="112349" y="196161"/>
                  </a:cubicBezTo>
                  <a:cubicBezTo>
                    <a:pt x="130762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2" name="Freihandform: Form 261">
              <a:extLst>
                <a:ext uri="{FF2B5EF4-FFF2-40B4-BE49-F238E27FC236}">
                  <a16:creationId xmlns:a16="http://schemas.microsoft.com/office/drawing/2014/main" id="{9458C6EE-D393-0446-A576-F9838D0740F1}"/>
                </a:ext>
              </a:extLst>
            </p:cNvPr>
            <p:cNvSpPr/>
            <p:nvPr/>
          </p:nvSpPr>
          <p:spPr>
            <a:xfrm>
              <a:off x="8161024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8 w 201695"/>
                <a:gd name="connsiteY1" fmla="*/ 342590 h 342598"/>
                <a:gd name="connsiteX2" fmla="*/ 146898 w 201695"/>
                <a:gd name="connsiteY2" fmla="*/ 208587 h 342598"/>
                <a:gd name="connsiteX3" fmla="*/ 103607 w 201695"/>
                <a:gd name="connsiteY3" fmla="*/ 151487 h 342598"/>
                <a:gd name="connsiteX4" fmla="*/ 54798 w 201695"/>
                <a:gd name="connsiteY4" fmla="*/ 208135 h 342598"/>
                <a:gd name="connsiteX5" fmla="*/ 54798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8 w 201695"/>
                <a:gd name="connsiteY8" fmla="*/ 0 h 342598"/>
                <a:gd name="connsiteX9" fmla="*/ 54798 w 201695"/>
                <a:gd name="connsiteY9" fmla="*/ 136298 h 342598"/>
                <a:gd name="connsiteX10" fmla="*/ 55719 w 201695"/>
                <a:gd name="connsiteY10" fmla="*/ 136298 h 342598"/>
                <a:gd name="connsiteX11" fmla="*/ 124332 w 201695"/>
                <a:gd name="connsiteY11" fmla="*/ 102225 h 342598"/>
                <a:gd name="connsiteX12" fmla="*/ 201688 w 201695"/>
                <a:gd name="connsiteY12" fmla="*/ 197082 h 342598"/>
                <a:gd name="connsiteX13" fmla="*/ 201688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306" y="151487"/>
                    <a:pt x="103607" y="151487"/>
                  </a:cubicBezTo>
                  <a:cubicBezTo>
                    <a:pt x="65850" y="151487"/>
                    <a:pt x="54798" y="181423"/>
                    <a:pt x="54798" y="208135"/>
                  </a:cubicBezTo>
                  <a:lnTo>
                    <a:pt x="54798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8" y="0"/>
                  </a:lnTo>
                  <a:lnTo>
                    <a:pt x="54798" y="136298"/>
                  </a:lnTo>
                  <a:lnTo>
                    <a:pt x="55719" y="136298"/>
                  </a:lnTo>
                  <a:cubicBezTo>
                    <a:pt x="69074" y="115573"/>
                    <a:pt x="93484" y="102225"/>
                    <a:pt x="124332" y="102225"/>
                  </a:cubicBezTo>
                  <a:cubicBezTo>
                    <a:pt x="178660" y="102225"/>
                    <a:pt x="201688" y="142745"/>
                    <a:pt x="201688" y="197082"/>
                  </a:cubicBezTo>
                  <a:lnTo>
                    <a:pt x="201688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3" name="Freihandform: Form 262">
              <a:extLst>
                <a:ext uri="{FF2B5EF4-FFF2-40B4-BE49-F238E27FC236}">
                  <a16:creationId xmlns:a16="http://schemas.microsoft.com/office/drawing/2014/main" id="{CC1AC48D-45B3-3F4A-9BAE-9ECF8928E700}"/>
                </a:ext>
              </a:extLst>
            </p:cNvPr>
            <p:cNvSpPr/>
            <p:nvPr/>
          </p:nvSpPr>
          <p:spPr>
            <a:xfrm>
              <a:off x="8416729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40 w 198923"/>
                <a:gd name="connsiteY1" fmla="*/ 99922 h 245899"/>
                <a:gd name="connsiteX2" fmla="*/ 145040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6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495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26" y="94856"/>
                    <a:pt x="129851" y="95778"/>
                    <a:pt x="145040" y="99922"/>
                  </a:cubicBezTo>
                  <a:lnTo>
                    <a:pt x="145040" y="91633"/>
                  </a:lnTo>
                  <a:cubicBezTo>
                    <a:pt x="145040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2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28" y="204919"/>
                    <a:pt x="129851" y="195248"/>
                    <a:pt x="145048" y="176834"/>
                  </a:cubicBezTo>
                  <a:lnTo>
                    <a:pt x="145048" y="135845"/>
                  </a:lnTo>
                  <a:cubicBezTo>
                    <a:pt x="132152" y="132621"/>
                    <a:pt x="118797" y="131240"/>
                    <a:pt x="106831" y="131240"/>
                  </a:cubicBezTo>
                  <a:cubicBezTo>
                    <a:pt x="72298" y="131240"/>
                    <a:pt x="52495" y="145048"/>
                    <a:pt x="52495" y="169918"/>
                  </a:cubicBezTo>
                  <a:cubicBezTo>
                    <a:pt x="52486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4" name="Freihandform: Form 263">
              <a:extLst>
                <a:ext uri="{FF2B5EF4-FFF2-40B4-BE49-F238E27FC236}">
                  <a16:creationId xmlns:a16="http://schemas.microsoft.com/office/drawing/2014/main" id="{0381D8F0-FF8A-044E-8592-C7C2426E759F}"/>
                </a:ext>
              </a:extLst>
            </p:cNvPr>
            <p:cNvSpPr/>
            <p:nvPr/>
          </p:nvSpPr>
          <p:spPr>
            <a:xfrm>
              <a:off x="8659530" y="2440295"/>
              <a:ext cx="143667" cy="345830"/>
            </a:xfrm>
            <a:custGeom>
              <a:avLst/>
              <a:gdLst>
                <a:gd name="connsiteX0" fmla="*/ 143667 w 143667"/>
                <a:gd name="connsiteY0" fmla="*/ 51582 h 345830"/>
                <a:gd name="connsiteX1" fmla="*/ 119727 w 143667"/>
                <a:gd name="connsiteY1" fmla="*/ 46976 h 345830"/>
                <a:gd name="connsiteX2" fmla="*/ 90712 w 143667"/>
                <a:gd name="connsiteY2" fmla="*/ 79667 h 345830"/>
                <a:gd name="connsiteX3" fmla="*/ 90712 w 143667"/>
                <a:gd name="connsiteY3" fmla="*/ 111445 h 345830"/>
                <a:gd name="connsiteX4" fmla="*/ 137228 w 143667"/>
                <a:gd name="connsiteY4" fmla="*/ 111445 h 345830"/>
                <a:gd name="connsiteX5" fmla="*/ 137228 w 143667"/>
                <a:gd name="connsiteY5" fmla="*/ 157031 h 345830"/>
                <a:gd name="connsiteX6" fmla="*/ 91173 w 143667"/>
                <a:gd name="connsiteY6" fmla="*/ 157031 h 345830"/>
                <a:gd name="connsiteX7" fmla="*/ 91173 w 143667"/>
                <a:gd name="connsiteY7" fmla="*/ 345831 h 345830"/>
                <a:gd name="connsiteX8" fmla="*/ 36375 w 143667"/>
                <a:gd name="connsiteY8" fmla="*/ 345831 h 345830"/>
                <a:gd name="connsiteX9" fmla="*/ 36375 w 143667"/>
                <a:gd name="connsiteY9" fmla="*/ 157031 h 345830"/>
                <a:gd name="connsiteX10" fmla="*/ 0 w 143667"/>
                <a:gd name="connsiteY10" fmla="*/ 157031 h 345830"/>
                <a:gd name="connsiteX11" fmla="*/ 0 w 143667"/>
                <a:gd name="connsiteY11" fmla="*/ 111445 h 345830"/>
                <a:gd name="connsiteX12" fmla="*/ 36375 w 143667"/>
                <a:gd name="connsiteY12" fmla="*/ 111445 h 345830"/>
                <a:gd name="connsiteX13" fmla="*/ 36375 w 143667"/>
                <a:gd name="connsiteY13" fmla="*/ 77824 h 345830"/>
                <a:gd name="connsiteX14" fmla="*/ 110976 w 143667"/>
                <a:gd name="connsiteY14" fmla="*/ 0 h 345830"/>
                <a:gd name="connsiteX15" fmla="*/ 143667 w 143667"/>
                <a:gd name="connsiteY15" fmla="*/ 5066 h 345830"/>
                <a:gd name="connsiteX16" fmla="*/ 143667 w 143667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67" h="345830">
                  <a:moveTo>
                    <a:pt x="143667" y="51582"/>
                  </a:moveTo>
                  <a:cubicBezTo>
                    <a:pt x="136298" y="48358"/>
                    <a:pt x="127548" y="46976"/>
                    <a:pt x="119727" y="46976"/>
                  </a:cubicBezTo>
                  <a:cubicBezTo>
                    <a:pt x="99001" y="46976"/>
                    <a:pt x="90712" y="57569"/>
                    <a:pt x="90712" y="79667"/>
                  </a:cubicBezTo>
                  <a:lnTo>
                    <a:pt x="90712" y="111445"/>
                  </a:lnTo>
                  <a:lnTo>
                    <a:pt x="137228" y="111445"/>
                  </a:lnTo>
                  <a:lnTo>
                    <a:pt x="137228" y="157031"/>
                  </a:lnTo>
                  <a:lnTo>
                    <a:pt x="91173" y="157031"/>
                  </a:lnTo>
                  <a:lnTo>
                    <a:pt x="91173" y="345831"/>
                  </a:lnTo>
                  <a:lnTo>
                    <a:pt x="36375" y="345831"/>
                  </a:lnTo>
                  <a:lnTo>
                    <a:pt x="36375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75" y="111445"/>
                  </a:lnTo>
                  <a:lnTo>
                    <a:pt x="36375" y="77824"/>
                  </a:lnTo>
                  <a:cubicBezTo>
                    <a:pt x="36375" y="29015"/>
                    <a:pt x="58481" y="0"/>
                    <a:pt x="110976" y="0"/>
                  </a:cubicBezTo>
                  <a:cubicBezTo>
                    <a:pt x="122951" y="0"/>
                    <a:pt x="134465" y="1382"/>
                    <a:pt x="143667" y="5066"/>
                  </a:cubicBezTo>
                  <a:lnTo>
                    <a:pt x="143667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64">
              <a:extLst>
                <a:ext uri="{FF2B5EF4-FFF2-40B4-BE49-F238E27FC236}">
                  <a16:creationId xmlns:a16="http://schemas.microsoft.com/office/drawing/2014/main" id="{5733C57A-4B8D-9E44-BAAB-39E2270882A9}"/>
                </a:ext>
              </a:extLst>
            </p:cNvPr>
            <p:cNvSpPr/>
            <p:nvPr/>
          </p:nvSpPr>
          <p:spPr>
            <a:xfrm>
              <a:off x="8832370" y="2475749"/>
              <a:ext cx="145978" cy="315903"/>
            </a:xfrm>
            <a:custGeom>
              <a:avLst/>
              <a:gdLst>
                <a:gd name="connsiteX0" fmla="*/ 145978 w 145978"/>
                <a:gd name="connsiteY0" fmla="*/ 260185 h 315903"/>
                <a:gd name="connsiteX1" fmla="*/ 145978 w 145978"/>
                <a:gd name="connsiteY1" fmla="*/ 307153 h 315903"/>
                <a:gd name="connsiteX2" fmla="*/ 99923 w 145978"/>
                <a:gd name="connsiteY2" fmla="*/ 315903 h 315903"/>
                <a:gd name="connsiteX3" fmla="*/ 35915 w 145978"/>
                <a:gd name="connsiteY3" fmla="*/ 250053 h 315903"/>
                <a:gd name="connsiteX4" fmla="*/ 35915 w 145978"/>
                <a:gd name="connsiteY4" fmla="*/ 121577 h 315903"/>
                <a:gd name="connsiteX5" fmla="*/ 0 w 145978"/>
                <a:gd name="connsiteY5" fmla="*/ 121577 h 315903"/>
                <a:gd name="connsiteX6" fmla="*/ 0 w 145978"/>
                <a:gd name="connsiteY6" fmla="*/ 75991 h 315903"/>
                <a:gd name="connsiteX7" fmla="*/ 35454 w 145978"/>
                <a:gd name="connsiteY7" fmla="*/ 75991 h 315903"/>
                <a:gd name="connsiteX8" fmla="*/ 35454 w 145978"/>
                <a:gd name="connsiteY8" fmla="*/ 11983 h 315903"/>
                <a:gd name="connsiteX9" fmla="*/ 90252 w 145978"/>
                <a:gd name="connsiteY9" fmla="*/ 0 h 315903"/>
                <a:gd name="connsiteX10" fmla="*/ 90252 w 145978"/>
                <a:gd name="connsiteY10" fmla="*/ 75982 h 315903"/>
                <a:gd name="connsiteX11" fmla="*/ 145969 w 145978"/>
                <a:gd name="connsiteY11" fmla="*/ 75982 h 315903"/>
                <a:gd name="connsiteX12" fmla="*/ 145969 w 145978"/>
                <a:gd name="connsiteY12" fmla="*/ 121568 h 315903"/>
                <a:gd name="connsiteX13" fmla="*/ 90252 w 145978"/>
                <a:gd name="connsiteY13" fmla="*/ 121568 h 315903"/>
                <a:gd name="connsiteX14" fmla="*/ 90252 w 145978"/>
                <a:gd name="connsiteY14" fmla="*/ 237149 h 315903"/>
                <a:gd name="connsiteX15" fmla="*/ 115573 w 145978"/>
                <a:gd name="connsiteY15" fmla="*/ 268006 h 315903"/>
                <a:gd name="connsiteX16" fmla="*/ 145978 w 145978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8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4" y="312680"/>
                    <a:pt x="116042" y="315903"/>
                    <a:pt x="99923" y="315903"/>
                  </a:cubicBezTo>
                  <a:cubicBezTo>
                    <a:pt x="58481" y="315903"/>
                    <a:pt x="35915" y="292876"/>
                    <a:pt x="35915" y="250053"/>
                  </a:cubicBezTo>
                  <a:lnTo>
                    <a:pt x="35915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2" y="0"/>
                  </a:lnTo>
                  <a:lnTo>
                    <a:pt x="90252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2" y="121568"/>
                  </a:lnTo>
                  <a:lnTo>
                    <a:pt x="90252" y="237149"/>
                  </a:lnTo>
                  <a:cubicBezTo>
                    <a:pt x="90252" y="258795"/>
                    <a:pt x="97620" y="268006"/>
                    <a:pt x="115573" y="268006"/>
                  </a:cubicBezTo>
                  <a:cubicBezTo>
                    <a:pt x="125714" y="268015"/>
                    <a:pt x="136758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65">
              <a:extLst>
                <a:ext uri="{FF2B5EF4-FFF2-40B4-BE49-F238E27FC236}">
                  <a16:creationId xmlns:a16="http://schemas.microsoft.com/office/drawing/2014/main" id="{74B88222-7231-1E47-914A-5A89420805C7}"/>
                </a:ext>
              </a:extLst>
            </p:cNvPr>
            <p:cNvSpPr/>
            <p:nvPr/>
          </p:nvSpPr>
          <p:spPr>
            <a:xfrm>
              <a:off x="9017185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7" name="Freihandform: Form 266">
              <a:extLst>
                <a:ext uri="{FF2B5EF4-FFF2-40B4-BE49-F238E27FC236}">
                  <a16:creationId xmlns:a16="http://schemas.microsoft.com/office/drawing/2014/main" id="{9DA20F80-F615-0048-B7B4-35869E352513}"/>
                </a:ext>
              </a:extLst>
            </p:cNvPr>
            <p:cNvSpPr/>
            <p:nvPr/>
          </p:nvSpPr>
          <p:spPr>
            <a:xfrm>
              <a:off x="9240728" y="2616208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8" name="Freihandform: Form 267">
              <a:extLst>
                <a:ext uri="{FF2B5EF4-FFF2-40B4-BE49-F238E27FC236}">
                  <a16:creationId xmlns:a16="http://schemas.microsoft.com/office/drawing/2014/main" id="{528D026C-5241-8C4D-8B0B-D13CD139AFE5}"/>
                </a:ext>
              </a:extLst>
            </p:cNvPr>
            <p:cNvSpPr/>
            <p:nvPr/>
          </p:nvSpPr>
          <p:spPr>
            <a:xfrm>
              <a:off x="9550208" y="2551739"/>
              <a:ext cx="201686" cy="239921"/>
            </a:xfrm>
            <a:custGeom>
              <a:avLst/>
              <a:gdLst>
                <a:gd name="connsiteX0" fmla="*/ 54797 w 201686"/>
                <a:gd name="connsiteY0" fmla="*/ 140911 h 239921"/>
                <a:gd name="connsiteX1" fmla="*/ 101304 w 201686"/>
                <a:gd name="connsiteY1" fmla="*/ 190182 h 239921"/>
                <a:gd name="connsiteX2" fmla="*/ 146890 w 201686"/>
                <a:gd name="connsiteY2" fmla="*/ 140451 h 239921"/>
                <a:gd name="connsiteX3" fmla="*/ 146890 w 201686"/>
                <a:gd name="connsiteY3" fmla="*/ 8 h 239921"/>
                <a:gd name="connsiteX4" fmla="*/ 201687 w 201686"/>
                <a:gd name="connsiteY4" fmla="*/ 8 h 239921"/>
                <a:gd name="connsiteX5" fmla="*/ 201687 w 201686"/>
                <a:gd name="connsiteY5" fmla="*/ 142301 h 239921"/>
                <a:gd name="connsiteX6" fmla="*/ 102685 w 201686"/>
                <a:gd name="connsiteY6" fmla="*/ 239921 h 239921"/>
                <a:gd name="connsiteX7" fmla="*/ 0 w 201686"/>
                <a:gd name="connsiteY7" fmla="*/ 142754 h 239921"/>
                <a:gd name="connsiteX8" fmla="*/ 0 w 201686"/>
                <a:gd name="connsiteY8" fmla="*/ 0 h 239921"/>
                <a:gd name="connsiteX9" fmla="*/ 54797 w 201686"/>
                <a:gd name="connsiteY9" fmla="*/ 0 h 239921"/>
                <a:gd name="connsiteX10" fmla="*/ 54797 w 201686"/>
                <a:gd name="connsiteY10" fmla="*/ 140911 h 239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1686" h="239921">
                  <a:moveTo>
                    <a:pt x="54797" y="140911"/>
                  </a:moveTo>
                  <a:cubicBezTo>
                    <a:pt x="54797" y="173141"/>
                    <a:pt x="70916" y="190182"/>
                    <a:pt x="101304" y="190182"/>
                  </a:cubicBezTo>
                  <a:cubicBezTo>
                    <a:pt x="131240" y="190182"/>
                    <a:pt x="146890" y="173610"/>
                    <a:pt x="146890" y="140451"/>
                  </a:cubicBezTo>
                  <a:lnTo>
                    <a:pt x="146890" y="8"/>
                  </a:lnTo>
                  <a:lnTo>
                    <a:pt x="201687" y="8"/>
                  </a:lnTo>
                  <a:lnTo>
                    <a:pt x="201687" y="142301"/>
                  </a:lnTo>
                  <a:cubicBezTo>
                    <a:pt x="201687" y="203998"/>
                    <a:pt x="167155" y="239921"/>
                    <a:pt x="102685" y="239921"/>
                  </a:cubicBezTo>
                  <a:cubicBezTo>
                    <a:pt x="38678" y="239921"/>
                    <a:pt x="0" y="203998"/>
                    <a:pt x="0" y="142754"/>
                  </a:cubicBezTo>
                  <a:lnTo>
                    <a:pt x="0" y="0"/>
                  </a:lnTo>
                  <a:lnTo>
                    <a:pt x="54797" y="0"/>
                  </a:lnTo>
                  <a:lnTo>
                    <a:pt x="54797" y="14091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9" name="Freihandform: Form 268">
              <a:extLst>
                <a:ext uri="{FF2B5EF4-FFF2-40B4-BE49-F238E27FC236}">
                  <a16:creationId xmlns:a16="http://schemas.microsoft.com/office/drawing/2014/main" id="{EFCD1579-3F04-2A4C-BFDA-8EFFBDE8E1D4}"/>
                </a:ext>
              </a:extLst>
            </p:cNvPr>
            <p:cNvSpPr/>
            <p:nvPr/>
          </p:nvSpPr>
          <p:spPr>
            <a:xfrm>
              <a:off x="9821371" y="2545760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89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0" name="Freihandform: Form 269">
              <a:extLst>
                <a:ext uri="{FF2B5EF4-FFF2-40B4-BE49-F238E27FC236}">
                  <a16:creationId xmlns:a16="http://schemas.microsoft.com/office/drawing/2014/main" id="{8791EAE5-AAA2-514D-93E0-615D9DDC4BAF}"/>
                </a:ext>
              </a:extLst>
            </p:cNvPr>
            <p:cNvSpPr/>
            <p:nvPr/>
          </p:nvSpPr>
          <p:spPr>
            <a:xfrm>
              <a:off x="10081021" y="2443527"/>
              <a:ext cx="219196" cy="348125"/>
            </a:xfrm>
            <a:custGeom>
              <a:avLst/>
              <a:gdLst>
                <a:gd name="connsiteX0" fmla="*/ 0 w 219196"/>
                <a:gd name="connsiteY0" fmla="*/ 224715 h 348125"/>
                <a:gd name="connsiteX1" fmla="*/ 95326 w 219196"/>
                <a:gd name="connsiteY1" fmla="*/ 102225 h 348125"/>
                <a:gd name="connsiteX2" fmla="*/ 163478 w 219196"/>
                <a:gd name="connsiteY2" fmla="*/ 133995 h 348125"/>
                <a:gd name="connsiteX3" fmla="*/ 164399 w 219196"/>
                <a:gd name="connsiteY3" fmla="*/ 133995 h 348125"/>
                <a:gd name="connsiteX4" fmla="*/ 164399 w 219196"/>
                <a:gd name="connsiteY4" fmla="*/ 13808 h 348125"/>
                <a:gd name="connsiteX5" fmla="*/ 219196 w 219196"/>
                <a:gd name="connsiteY5" fmla="*/ 0 h 348125"/>
                <a:gd name="connsiteX6" fmla="*/ 219196 w 219196"/>
                <a:gd name="connsiteY6" fmla="*/ 342598 h 348125"/>
                <a:gd name="connsiteX7" fmla="*/ 165781 w 219196"/>
                <a:gd name="connsiteY7" fmla="*/ 342598 h 348125"/>
                <a:gd name="connsiteX8" fmla="*/ 165781 w 219196"/>
                <a:gd name="connsiteY8" fmla="*/ 314965 h 348125"/>
                <a:gd name="connsiteX9" fmla="*/ 164860 w 219196"/>
                <a:gd name="connsiteY9" fmla="*/ 314965 h 348125"/>
                <a:gd name="connsiteX10" fmla="*/ 94405 w 219196"/>
                <a:gd name="connsiteY10" fmla="*/ 348125 h 348125"/>
                <a:gd name="connsiteX11" fmla="*/ 0 w 219196"/>
                <a:gd name="connsiteY11" fmla="*/ 224715 h 348125"/>
                <a:gd name="connsiteX12" fmla="*/ 54345 w 219196"/>
                <a:gd name="connsiteY12" fmla="*/ 224715 h 348125"/>
                <a:gd name="connsiteX13" fmla="*/ 108681 w 219196"/>
                <a:gd name="connsiteY13" fmla="*/ 299776 h 348125"/>
                <a:gd name="connsiteX14" fmla="*/ 164399 w 219196"/>
                <a:gd name="connsiteY14" fmla="*/ 268919 h 348125"/>
                <a:gd name="connsiteX15" fmla="*/ 164399 w 219196"/>
                <a:gd name="connsiteY15" fmla="*/ 183265 h 348125"/>
                <a:gd name="connsiteX16" fmla="*/ 108681 w 219196"/>
                <a:gd name="connsiteY16" fmla="*/ 151956 h 348125"/>
                <a:gd name="connsiteX17" fmla="*/ 54345 w 219196"/>
                <a:gd name="connsiteY17" fmla="*/ 224715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6" h="348125">
                  <a:moveTo>
                    <a:pt x="0" y="224715"/>
                  </a:moveTo>
                  <a:cubicBezTo>
                    <a:pt x="0" y="149193"/>
                    <a:pt x="38217" y="102225"/>
                    <a:pt x="95326" y="102225"/>
                  </a:cubicBezTo>
                  <a:cubicBezTo>
                    <a:pt x="124801" y="102225"/>
                    <a:pt x="147828" y="114652"/>
                    <a:pt x="163478" y="133995"/>
                  </a:cubicBezTo>
                  <a:lnTo>
                    <a:pt x="164399" y="133995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8"/>
                  </a:lnTo>
                  <a:lnTo>
                    <a:pt x="165781" y="342598"/>
                  </a:lnTo>
                  <a:lnTo>
                    <a:pt x="165781" y="314965"/>
                  </a:lnTo>
                  <a:lnTo>
                    <a:pt x="164860" y="314965"/>
                  </a:lnTo>
                  <a:cubicBezTo>
                    <a:pt x="147828" y="335690"/>
                    <a:pt x="123419" y="348125"/>
                    <a:pt x="94405" y="348125"/>
                  </a:cubicBezTo>
                  <a:cubicBezTo>
                    <a:pt x="38686" y="348125"/>
                    <a:pt x="0" y="300697"/>
                    <a:pt x="0" y="224715"/>
                  </a:cubicBezTo>
                  <a:close/>
                  <a:moveTo>
                    <a:pt x="54345" y="224715"/>
                  </a:moveTo>
                  <a:cubicBezTo>
                    <a:pt x="54345" y="272603"/>
                    <a:pt x="74148" y="299776"/>
                    <a:pt x="108681" y="299776"/>
                  </a:cubicBezTo>
                  <a:cubicBezTo>
                    <a:pt x="129867" y="299776"/>
                    <a:pt x="147359" y="289644"/>
                    <a:pt x="164399" y="268919"/>
                  </a:cubicBezTo>
                  <a:lnTo>
                    <a:pt x="164399" y="183265"/>
                  </a:lnTo>
                  <a:cubicBezTo>
                    <a:pt x="148740" y="162088"/>
                    <a:pt x="130780" y="151956"/>
                    <a:pt x="108681" y="151956"/>
                  </a:cubicBezTo>
                  <a:cubicBezTo>
                    <a:pt x="73227" y="151965"/>
                    <a:pt x="54345" y="177747"/>
                    <a:pt x="54345" y="22471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1" name="Freihandform: Form 270">
              <a:extLst>
                <a:ext uri="{FF2B5EF4-FFF2-40B4-BE49-F238E27FC236}">
                  <a16:creationId xmlns:a16="http://schemas.microsoft.com/office/drawing/2014/main" id="{00DC3CCC-B352-A04E-921E-1B8C185397FB}"/>
                </a:ext>
              </a:extLst>
            </p:cNvPr>
            <p:cNvSpPr/>
            <p:nvPr/>
          </p:nvSpPr>
          <p:spPr>
            <a:xfrm>
              <a:off x="4011188" y="2963018"/>
              <a:ext cx="227478" cy="335246"/>
            </a:xfrm>
            <a:custGeom>
              <a:avLst/>
              <a:gdLst>
                <a:gd name="connsiteX0" fmla="*/ 36383 w 227478"/>
                <a:gd name="connsiteY0" fmla="*/ 245900 h 335246"/>
                <a:gd name="connsiteX1" fmla="*/ 116963 w 227478"/>
                <a:gd name="connsiteY1" fmla="*/ 282283 h 335246"/>
                <a:gd name="connsiteX2" fmla="*/ 169465 w 227478"/>
                <a:gd name="connsiteY2" fmla="*/ 241755 h 335246"/>
                <a:gd name="connsiteX3" fmla="*/ 10593 w 227478"/>
                <a:gd name="connsiteY3" fmla="*/ 93944 h 335246"/>
                <a:gd name="connsiteX4" fmla="*/ 120656 w 227478"/>
                <a:gd name="connsiteY4" fmla="*/ 0 h 335246"/>
                <a:gd name="connsiteX5" fmla="*/ 225183 w 227478"/>
                <a:gd name="connsiteY5" fmla="*/ 39147 h 335246"/>
                <a:gd name="connsiteX6" fmla="*/ 188800 w 227478"/>
                <a:gd name="connsiteY6" fmla="*/ 83812 h 335246"/>
                <a:gd name="connsiteX7" fmla="*/ 117884 w 227478"/>
                <a:gd name="connsiteY7" fmla="*/ 52503 h 335246"/>
                <a:gd name="connsiteX8" fmla="*/ 68613 w 227478"/>
                <a:gd name="connsiteY8" fmla="*/ 88886 h 335246"/>
                <a:gd name="connsiteX9" fmla="*/ 227478 w 227478"/>
                <a:gd name="connsiteY9" fmla="*/ 237158 h 335246"/>
                <a:gd name="connsiteX10" fmla="*/ 115590 w 227478"/>
                <a:gd name="connsiteY10" fmla="*/ 335246 h 335246"/>
                <a:gd name="connsiteX11" fmla="*/ 0 w 227478"/>
                <a:gd name="connsiteY11" fmla="*/ 290573 h 335246"/>
                <a:gd name="connsiteX12" fmla="*/ 36383 w 227478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78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63" y="282283"/>
                  </a:cubicBezTo>
                  <a:cubicBezTo>
                    <a:pt x="147359" y="282283"/>
                    <a:pt x="169465" y="265243"/>
                    <a:pt x="169465" y="241755"/>
                  </a:cubicBezTo>
                  <a:cubicBezTo>
                    <a:pt x="169465" y="179589"/>
                    <a:pt x="10593" y="198932"/>
                    <a:pt x="10593" y="93944"/>
                  </a:cubicBezTo>
                  <a:cubicBezTo>
                    <a:pt x="10593" y="38226"/>
                    <a:pt x="55726" y="0"/>
                    <a:pt x="120656" y="0"/>
                  </a:cubicBezTo>
                  <a:cubicBezTo>
                    <a:pt x="159333" y="0"/>
                    <a:pt x="195256" y="13356"/>
                    <a:pt x="225183" y="39147"/>
                  </a:cubicBezTo>
                  <a:lnTo>
                    <a:pt x="188800" y="83812"/>
                  </a:lnTo>
                  <a:cubicBezTo>
                    <a:pt x="165312" y="63087"/>
                    <a:pt x="141832" y="52503"/>
                    <a:pt x="117884" y="52503"/>
                  </a:cubicBezTo>
                  <a:cubicBezTo>
                    <a:pt x="89338" y="52503"/>
                    <a:pt x="68613" y="67692"/>
                    <a:pt x="68613" y="88886"/>
                  </a:cubicBezTo>
                  <a:cubicBezTo>
                    <a:pt x="68613" y="147359"/>
                    <a:pt x="227478" y="128024"/>
                    <a:pt x="227478" y="237158"/>
                  </a:cubicBezTo>
                  <a:cubicBezTo>
                    <a:pt x="227478" y="295639"/>
                    <a:pt x="182352" y="335246"/>
                    <a:pt x="115590" y="335246"/>
                  </a:cubicBezTo>
                  <a:cubicBezTo>
                    <a:pt x="72758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2" name="Freihandform: Form 271">
              <a:extLst>
                <a:ext uri="{FF2B5EF4-FFF2-40B4-BE49-F238E27FC236}">
                  <a16:creationId xmlns:a16="http://schemas.microsoft.com/office/drawing/2014/main" id="{44221BFB-0764-814E-A707-D05F85FE776C}"/>
                </a:ext>
              </a:extLst>
            </p:cNvPr>
            <p:cNvSpPr/>
            <p:nvPr/>
          </p:nvSpPr>
          <p:spPr>
            <a:xfrm>
              <a:off x="4287334" y="3052356"/>
              <a:ext cx="225644" cy="245908"/>
            </a:xfrm>
            <a:custGeom>
              <a:avLst/>
              <a:gdLst>
                <a:gd name="connsiteX0" fmla="*/ 0 w 225644"/>
                <a:gd name="connsiteY0" fmla="*/ 122950 h 245908"/>
                <a:gd name="connsiteX1" fmla="*/ 113748 w 225644"/>
                <a:gd name="connsiteY1" fmla="*/ 0 h 245908"/>
                <a:gd name="connsiteX2" fmla="*/ 225644 w 225644"/>
                <a:gd name="connsiteY2" fmla="*/ 122950 h 245908"/>
                <a:gd name="connsiteX3" fmla="*/ 113748 w 225644"/>
                <a:gd name="connsiteY3" fmla="*/ 245908 h 245908"/>
                <a:gd name="connsiteX4" fmla="*/ 0 w 225644"/>
                <a:gd name="connsiteY4" fmla="*/ 122950 h 245908"/>
                <a:gd name="connsiteX5" fmla="*/ 171308 w 225644"/>
                <a:gd name="connsiteY5" fmla="*/ 123410 h 245908"/>
                <a:gd name="connsiteX6" fmla="*/ 112826 w 225644"/>
                <a:gd name="connsiteY6" fmla="*/ 49731 h 245908"/>
                <a:gd name="connsiteX7" fmla="*/ 54345 w 225644"/>
                <a:gd name="connsiteY7" fmla="*/ 122481 h 245908"/>
                <a:gd name="connsiteX8" fmla="*/ 113287 w 225644"/>
                <a:gd name="connsiteY8" fmla="*/ 196621 h 245908"/>
                <a:gd name="connsiteX9" fmla="*/ 171308 w 225644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44" h="245908">
                  <a:moveTo>
                    <a:pt x="0" y="122950"/>
                  </a:moveTo>
                  <a:cubicBezTo>
                    <a:pt x="0" y="49270"/>
                    <a:pt x="45586" y="0"/>
                    <a:pt x="113748" y="0"/>
                  </a:cubicBezTo>
                  <a:cubicBezTo>
                    <a:pt x="181440" y="0"/>
                    <a:pt x="225644" y="48349"/>
                    <a:pt x="225644" y="122950"/>
                  </a:cubicBezTo>
                  <a:cubicBezTo>
                    <a:pt x="225644" y="196629"/>
                    <a:pt x="181892" y="245908"/>
                    <a:pt x="113748" y="245908"/>
                  </a:cubicBezTo>
                  <a:cubicBezTo>
                    <a:pt x="46055" y="245900"/>
                    <a:pt x="0" y="197090"/>
                    <a:pt x="0" y="122950"/>
                  </a:cubicBezTo>
                  <a:close/>
                  <a:moveTo>
                    <a:pt x="171308" y="123410"/>
                  </a:moveTo>
                  <a:cubicBezTo>
                    <a:pt x="171308" y="77824"/>
                    <a:pt x="148741" y="49731"/>
                    <a:pt x="112826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12" y="196621"/>
                    <a:pt x="113287" y="196621"/>
                  </a:cubicBezTo>
                  <a:cubicBezTo>
                    <a:pt x="149202" y="196629"/>
                    <a:pt x="171308" y="168536"/>
                    <a:pt x="171308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3" name="Freihandform: Form 272">
              <a:extLst>
                <a:ext uri="{FF2B5EF4-FFF2-40B4-BE49-F238E27FC236}">
                  <a16:creationId xmlns:a16="http://schemas.microsoft.com/office/drawing/2014/main" id="{5ADBF159-40D1-DB49-8482-2DC07A166EFC}"/>
                </a:ext>
              </a:extLst>
            </p:cNvPr>
            <p:cNvSpPr/>
            <p:nvPr/>
          </p:nvSpPr>
          <p:spPr>
            <a:xfrm>
              <a:off x="4551790" y="3058352"/>
              <a:ext cx="185115" cy="234377"/>
            </a:xfrm>
            <a:custGeom>
              <a:avLst/>
              <a:gdLst>
                <a:gd name="connsiteX0" fmla="*/ 185108 w 185115"/>
                <a:gd name="connsiteY0" fmla="*/ 234378 h 234377"/>
                <a:gd name="connsiteX1" fmla="*/ 0 w 185115"/>
                <a:gd name="connsiteY1" fmla="*/ 234378 h 234377"/>
                <a:gd name="connsiteX2" fmla="*/ 0 w 185115"/>
                <a:gd name="connsiteY2" fmla="*/ 187410 h 234377"/>
                <a:gd name="connsiteX3" fmla="*/ 116963 w 185115"/>
                <a:gd name="connsiteY3" fmla="*/ 46968 h 234377"/>
                <a:gd name="connsiteX4" fmla="*/ 6900 w 185115"/>
                <a:gd name="connsiteY4" fmla="*/ 46968 h 234377"/>
                <a:gd name="connsiteX5" fmla="*/ 6900 w 185115"/>
                <a:gd name="connsiteY5" fmla="*/ 0 h 234377"/>
                <a:gd name="connsiteX6" fmla="*/ 183274 w 185115"/>
                <a:gd name="connsiteY6" fmla="*/ 0 h 234377"/>
                <a:gd name="connsiteX7" fmla="*/ 183274 w 185115"/>
                <a:gd name="connsiteY7" fmla="*/ 46968 h 234377"/>
                <a:gd name="connsiteX8" fmla="*/ 65850 w 185115"/>
                <a:gd name="connsiteY8" fmla="*/ 187410 h 234377"/>
                <a:gd name="connsiteX9" fmla="*/ 185116 w 185115"/>
                <a:gd name="connsiteY9" fmla="*/ 187410 h 234377"/>
                <a:gd name="connsiteX10" fmla="*/ 185116 w 185115"/>
                <a:gd name="connsiteY10" fmla="*/ 234378 h 234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115" h="234377">
                  <a:moveTo>
                    <a:pt x="185108" y="234378"/>
                  </a:moveTo>
                  <a:lnTo>
                    <a:pt x="0" y="234378"/>
                  </a:lnTo>
                  <a:lnTo>
                    <a:pt x="0" y="187410"/>
                  </a:lnTo>
                  <a:lnTo>
                    <a:pt x="116963" y="46968"/>
                  </a:lnTo>
                  <a:lnTo>
                    <a:pt x="6900" y="46968"/>
                  </a:lnTo>
                  <a:lnTo>
                    <a:pt x="6900" y="0"/>
                  </a:lnTo>
                  <a:lnTo>
                    <a:pt x="183274" y="0"/>
                  </a:lnTo>
                  <a:lnTo>
                    <a:pt x="183274" y="46968"/>
                  </a:lnTo>
                  <a:lnTo>
                    <a:pt x="65850" y="187410"/>
                  </a:lnTo>
                  <a:lnTo>
                    <a:pt x="185116" y="187410"/>
                  </a:lnTo>
                  <a:lnTo>
                    <a:pt x="185116" y="23437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4" name="Freihandform: Form 273">
              <a:extLst>
                <a:ext uri="{FF2B5EF4-FFF2-40B4-BE49-F238E27FC236}">
                  <a16:creationId xmlns:a16="http://schemas.microsoft.com/office/drawing/2014/main" id="{CCAC49CF-D88F-3D47-8DBC-BAD8458B40EF}"/>
                </a:ext>
              </a:extLst>
            </p:cNvPr>
            <p:cNvSpPr/>
            <p:nvPr/>
          </p:nvSpPr>
          <p:spPr>
            <a:xfrm>
              <a:off x="478624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84" y="66311"/>
                    <a:pt x="34533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33" y="0"/>
                  </a:cubicBezTo>
                  <a:cubicBezTo>
                    <a:pt x="53884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5" name="Freihandform: Form 274">
              <a:extLst>
                <a:ext uri="{FF2B5EF4-FFF2-40B4-BE49-F238E27FC236}">
                  <a16:creationId xmlns:a16="http://schemas.microsoft.com/office/drawing/2014/main" id="{9C93582C-155D-D94E-873A-38165218730F}"/>
                </a:ext>
              </a:extLst>
            </p:cNvPr>
            <p:cNvSpPr/>
            <p:nvPr/>
          </p:nvSpPr>
          <p:spPr>
            <a:xfrm>
              <a:off x="4904378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503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6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36" y="204919"/>
                    <a:pt x="129850" y="195248"/>
                    <a:pt x="145048" y="176834"/>
                  </a:cubicBezTo>
                  <a:lnTo>
                    <a:pt x="145048" y="135845"/>
                  </a:lnTo>
                  <a:cubicBezTo>
                    <a:pt x="132161" y="132621"/>
                    <a:pt x="118805" y="131240"/>
                    <a:pt x="106831" y="131240"/>
                  </a:cubicBezTo>
                  <a:cubicBezTo>
                    <a:pt x="72298" y="131240"/>
                    <a:pt x="52503" y="145048"/>
                    <a:pt x="52503" y="169918"/>
                  </a:cubicBezTo>
                  <a:cubicBezTo>
                    <a:pt x="52494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6" name="Freihandform: Form 275">
              <a:extLst>
                <a:ext uri="{FF2B5EF4-FFF2-40B4-BE49-F238E27FC236}">
                  <a16:creationId xmlns:a16="http://schemas.microsoft.com/office/drawing/2014/main" id="{FAA02EE9-C67D-4E4C-B077-F5E67F2A8ED0}"/>
                </a:ext>
              </a:extLst>
            </p:cNvPr>
            <p:cNvSpPr/>
            <p:nvPr/>
          </p:nvSpPr>
          <p:spPr>
            <a:xfrm>
              <a:off x="5173423" y="2950592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7" name="Freihandform: Form 276">
              <a:extLst>
                <a:ext uri="{FF2B5EF4-FFF2-40B4-BE49-F238E27FC236}">
                  <a16:creationId xmlns:a16="http://schemas.microsoft.com/office/drawing/2014/main" id="{FD1548DF-0C71-A84F-98F1-737F64C226AD}"/>
                </a:ext>
              </a:extLst>
            </p:cNvPr>
            <p:cNvSpPr/>
            <p:nvPr/>
          </p:nvSpPr>
          <p:spPr>
            <a:xfrm>
              <a:off x="5275974" y="3058344"/>
              <a:ext cx="330180" cy="234386"/>
            </a:xfrm>
            <a:custGeom>
              <a:avLst/>
              <a:gdLst>
                <a:gd name="connsiteX0" fmla="*/ 330180 w 330180"/>
                <a:gd name="connsiteY0" fmla="*/ 0 h 234386"/>
                <a:gd name="connsiteX1" fmla="*/ 260646 w 330180"/>
                <a:gd name="connsiteY1" fmla="*/ 234386 h 234386"/>
                <a:gd name="connsiteX2" fmla="*/ 208143 w 330180"/>
                <a:gd name="connsiteY2" fmla="*/ 234386 h 234386"/>
                <a:gd name="connsiteX3" fmla="*/ 165320 w 330180"/>
                <a:gd name="connsiteY3" fmla="*/ 72298 h 234386"/>
                <a:gd name="connsiteX4" fmla="*/ 164408 w 330180"/>
                <a:gd name="connsiteY4" fmla="*/ 72298 h 234386"/>
                <a:gd name="connsiteX5" fmla="*/ 122037 w 330180"/>
                <a:gd name="connsiteY5" fmla="*/ 234386 h 234386"/>
                <a:gd name="connsiteX6" fmla="*/ 69535 w 330180"/>
                <a:gd name="connsiteY6" fmla="*/ 234386 h 234386"/>
                <a:gd name="connsiteX7" fmla="*/ 0 w 330180"/>
                <a:gd name="connsiteY7" fmla="*/ 0 h 234386"/>
                <a:gd name="connsiteX8" fmla="*/ 57560 w 330180"/>
                <a:gd name="connsiteY8" fmla="*/ 0 h 234386"/>
                <a:gd name="connsiteX9" fmla="*/ 98089 w 330180"/>
                <a:gd name="connsiteY9" fmla="*/ 157943 h 234386"/>
                <a:gd name="connsiteX10" fmla="*/ 99001 w 330180"/>
                <a:gd name="connsiteY10" fmla="*/ 157943 h 234386"/>
                <a:gd name="connsiteX11" fmla="*/ 140451 w 330180"/>
                <a:gd name="connsiteY11" fmla="*/ 0 h 234386"/>
                <a:gd name="connsiteX12" fmla="*/ 190642 w 330180"/>
                <a:gd name="connsiteY12" fmla="*/ 0 h 234386"/>
                <a:gd name="connsiteX13" fmla="*/ 233465 w 330180"/>
                <a:gd name="connsiteY13" fmla="*/ 157943 h 234386"/>
                <a:gd name="connsiteX14" fmla="*/ 234378 w 330180"/>
                <a:gd name="connsiteY14" fmla="*/ 157943 h 234386"/>
                <a:gd name="connsiteX15" fmla="*/ 273524 w 330180"/>
                <a:gd name="connsiteY15" fmla="*/ 0 h 234386"/>
                <a:gd name="connsiteX16" fmla="*/ 330180 w 330180"/>
                <a:gd name="connsiteY16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0180" h="234386">
                  <a:moveTo>
                    <a:pt x="330180" y="0"/>
                  </a:moveTo>
                  <a:lnTo>
                    <a:pt x="260646" y="234386"/>
                  </a:lnTo>
                  <a:lnTo>
                    <a:pt x="208143" y="234386"/>
                  </a:lnTo>
                  <a:lnTo>
                    <a:pt x="165320" y="72298"/>
                  </a:lnTo>
                  <a:lnTo>
                    <a:pt x="164408" y="72298"/>
                  </a:lnTo>
                  <a:lnTo>
                    <a:pt x="122037" y="234386"/>
                  </a:lnTo>
                  <a:lnTo>
                    <a:pt x="69535" y="234386"/>
                  </a:lnTo>
                  <a:lnTo>
                    <a:pt x="0" y="0"/>
                  </a:lnTo>
                  <a:lnTo>
                    <a:pt x="57560" y="0"/>
                  </a:lnTo>
                  <a:lnTo>
                    <a:pt x="98089" y="157943"/>
                  </a:lnTo>
                  <a:lnTo>
                    <a:pt x="99001" y="157943"/>
                  </a:lnTo>
                  <a:lnTo>
                    <a:pt x="140451" y="0"/>
                  </a:lnTo>
                  <a:lnTo>
                    <a:pt x="190642" y="0"/>
                  </a:lnTo>
                  <a:lnTo>
                    <a:pt x="233465" y="157943"/>
                  </a:lnTo>
                  <a:lnTo>
                    <a:pt x="234378" y="157943"/>
                  </a:lnTo>
                  <a:lnTo>
                    <a:pt x="273524" y="0"/>
                  </a:lnTo>
                  <a:lnTo>
                    <a:pt x="33018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8" name="Freihandform: Form 277">
              <a:extLst>
                <a:ext uri="{FF2B5EF4-FFF2-40B4-BE49-F238E27FC236}">
                  <a16:creationId xmlns:a16="http://schemas.microsoft.com/office/drawing/2014/main" id="{AF286C01-D727-DF44-9099-27523073E534}"/>
                </a:ext>
              </a:extLst>
            </p:cNvPr>
            <p:cNvSpPr/>
            <p:nvPr/>
          </p:nvSpPr>
          <p:spPr>
            <a:xfrm>
              <a:off x="5647320" y="2954268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9" name="Freihandform: Form 278">
              <a:extLst>
                <a:ext uri="{FF2B5EF4-FFF2-40B4-BE49-F238E27FC236}">
                  <a16:creationId xmlns:a16="http://schemas.microsoft.com/office/drawing/2014/main" id="{A722A2BA-8A52-1147-88C2-9E02D126DF45}"/>
                </a:ext>
              </a:extLst>
            </p:cNvPr>
            <p:cNvSpPr/>
            <p:nvPr/>
          </p:nvSpPr>
          <p:spPr>
            <a:xfrm>
              <a:off x="5759802" y="3052356"/>
              <a:ext cx="180502" cy="245891"/>
            </a:xfrm>
            <a:custGeom>
              <a:avLst/>
              <a:gdLst>
                <a:gd name="connsiteX0" fmla="*/ 26235 w 180502"/>
                <a:gd name="connsiteY0" fmla="*/ 174063 h 245891"/>
                <a:gd name="connsiteX1" fmla="*/ 92545 w 180502"/>
                <a:gd name="connsiteY1" fmla="*/ 200314 h 245891"/>
                <a:gd name="connsiteX2" fmla="*/ 127078 w 180502"/>
                <a:gd name="connsiteY2" fmla="*/ 176826 h 245891"/>
                <a:gd name="connsiteX3" fmla="*/ 9655 w 180502"/>
                <a:gd name="connsiteY3" fmla="*/ 72750 h 245891"/>
                <a:gd name="connsiteX4" fmla="*/ 98072 w 180502"/>
                <a:gd name="connsiteY4" fmla="*/ 0 h 245891"/>
                <a:gd name="connsiteX5" fmla="*/ 179120 w 180502"/>
                <a:gd name="connsiteY5" fmla="*/ 24401 h 245891"/>
                <a:gd name="connsiteX6" fmla="*/ 153338 w 180502"/>
                <a:gd name="connsiteY6" fmla="*/ 67223 h 245891"/>
                <a:gd name="connsiteX7" fmla="*/ 97159 w 180502"/>
                <a:gd name="connsiteY7" fmla="*/ 46499 h 245891"/>
                <a:gd name="connsiteX8" fmla="*/ 63539 w 180502"/>
                <a:gd name="connsiteY8" fmla="*/ 68145 h 245891"/>
                <a:gd name="connsiteX9" fmla="*/ 180502 w 180502"/>
                <a:gd name="connsiteY9" fmla="*/ 171751 h 245891"/>
                <a:gd name="connsiteX10" fmla="*/ 90251 w 180502"/>
                <a:gd name="connsiteY10" fmla="*/ 245891 h 245891"/>
                <a:gd name="connsiteX11" fmla="*/ 0 w 180502"/>
                <a:gd name="connsiteY11" fmla="*/ 217337 h 245891"/>
                <a:gd name="connsiteX12" fmla="*/ 26235 w 180502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02" h="245891">
                  <a:moveTo>
                    <a:pt x="26235" y="174063"/>
                  </a:moveTo>
                  <a:cubicBezTo>
                    <a:pt x="49254" y="191563"/>
                    <a:pt x="71821" y="200314"/>
                    <a:pt x="92545" y="200314"/>
                  </a:cubicBezTo>
                  <a:cubicBezTo>
                    <a:pt x="112801" y="200314"/>
                    <a:pt x="127078" y="191103"/>
                    <a:pt x="127078" y="176826"/>
                  </a:cubicBezTo>
                  <a:cubicBezTo>
                    <a:pt x="127078" y="136766"/>
                    <a:pt x="9655" y="151035"/>
                    <a:pt x="9655" y="72750"/>
                  </a:cubicBezTo>
                  <a:cubicBezTo>
                    <a:pt x="9655" y="29467"/>
                    <a:pt x="45578" y="0"/>
                    <a:pt x="98072" y="0"/>
                  </a:cubicBezTo>
                  <a:cubicBezTo>
                    <a:pt x="126166" y="0"/>
                    <a:pt x="154259" y="8282"/>
                    <a:pt x="179120" y="24401"/>
                  </a:cubicBezTo>
                  <a:lnTo>
                    <a:pt x="153338" y="67223"/>
                  </a:lnTo>
                  <a:cubicBezTo>
                    <a:pt x="133074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02" y="93014"/>
                    <a:pt x="180502" y="171751"/>
                  </a:cubicBezTo>
                  <a:cubicBezTo>
                    <a:pt x="180502" y="215956"/>
                    <a:pt x="144127" y="245891"/>
                    <a:pt x="90251" y="245891"/>
                  </a:cubicBezTo>
                  <a:cubicBezTo>
                    <a:pt x="58942" y="245891"/>
                    <a:pt x="27164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0" name="Freihandform: Form 279">
              <a:extLst>
                <a:ext uri="{FF2B5EF4-FFF2-40B4-BE49-F238E27FC236}">
                  <a16:creationId xmlns:a16="http://schemas.microsoft.com/office/drawing/2014/main" id="{B4737A5E-CBC1-BA41-AA58-0C30675AFB15}"/>
                </a:ext>
              </a:extLst>
            </p:cNvPr>
            <p:cNvSpPr/>
            <p:nvPr/>
          </p:nvSpPr>
          <p:spPr>
            <a:xfrm>
              <a:off x="597652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87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47 w 180510"/>
                <a:gd name="connsiteY8" fmla="*/ 68145 h 245891"/>
                <a:gd name="connsiteX9" fmla="*/ 180510 w 180510"/>
                <a:gd name="connsiteY9" fmla="*/ 171751 h 245891"/>
                <a:gd name="connsiteX10" fmla="*/ 90259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1" y="200314"/>
                    <a:pt x="92545" y="200314"/>
                  </a:cubicBezTo>
                  <a:cubicBezTo>
                    <a:pt x="112809" y="200314"/>
                    <a:pt x="127087" y="191103"/>
                    <a:pt x="127087" y="176826"/>
                  </a:cubicBezTo>
                  <a:cubicBezTo>
                    <a:pt x="127087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2" y="53415"/>
                    <a:pt x="115129" y="46499"/>
                    <a:pt x="97159" y="46499"/>
                  </a:cubicBezTo>
                  <a:cubicBezTo>
                    <a:pt x="76904" y="46499"/>
                    <a:pt x="63547" y="55249"/>
                    <a:pt x="63547" y="68145"/>
                  </a:cubicBezTo>
                  <a:cubicBezTo>
                    <a:pt x="63547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9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1" name="Freihandform: Form 280">
              <a:extLst>
                <a:ext uri="{FF2B5EF4-FFF2-40B4-BE49-F238E27FC236}">
                  <a16:creationId xmlns:a16="http://schemas.microsoft.com/office/drawing/2014/main" id="{EAD69F8B-7CD7-E549-947F-D5E7DCF7E46A}"/>
                </a:ext>
              </a:extLst>
            </p:cNvPr>
            <p:cNvSpPr/>
            <p:nvPr/>
          </p:nvSpPr>
          <p:spPr>
            <a:xfrm>
              <a:off x="6201863" y="3052356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5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7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4" y="207214"/>
                  </a:lnTo>
                  <a:cubicBezTo>
                    <a:pt x="181432" y="233465"/>
                    <a:pt x="151496" y="245900"/>
                    <a:pt x="116034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5" y="65850"/>
                    <a:pt x="139990" y="45125"/>
                    <a:pt x="109134" y="45125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2" name="Freihandform: Form 281">
              <a:extLst>
                <a:ext uri="{FF2B5EF4-FFF2-40B4-BE49-F238E27FC236}">
                  <a16:creationId xmlns:a16="http://schemas.microsoft.com/office/drawing/2014/main" id="{46083ACE-AA11-514A-B2EE-11D06495A276}"/>
                </a:ext>
              </a:extLst>
            </p:cNvPr>
            <p:cNvSpPr/>
            <p:nvPr/>
          </p:nvSpPr>
          <p:spPr>
            <a:xfrm>
              <a:off x="6475831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7 w 201695"/>
                <a:gd name="connsiteY4" fmla="*/ 105910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7" y="80579"/>
                    <a:pt x="54797" y="105910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3" name="Freihandform: Form 282">
              <a:extLst>
                <a:ext uri="{FF2B5EF4-FFF2-40B4-BE49-F238E27FC236}">
                  <a16:creationId xmlns:a16="http://schemas.microsoft.com/office/drawing/2014/main" id="{14D7F9C9-0615-8C45-8036-3EB7502F6D47}"/>
                </a:ext>
              </a:extLst>
            </p:cNvPr>
            <p:cNvSpPr/>
            <p:nvPr/>
          </p:nvSpPr>
          <p:spPr>
            <a:xfrm>
              <a:off x="672606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7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0" y="200314"/>
                    <a:pt x="92545" y="200314"/>
                  </a:cubicBezTo>
                  <a:cubicBezTo>
                    <a:pt x="112809" y="200314"/>
                    <a:pt x="127078" y="191103"/>
                    <a:pt x="127078" y="176826"/>
                  </a:cubicBezTo>
                  <a:cubicBezTo>
                    <a:pt x="127078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5" y="0"/>
                    <a:pt x="154259" y="8282"/>
                    <a:pt x="179128" y="24401"/>
                  </a:cubicBezTo>
                  <a:lnTo>
                    <a:pt x="153337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1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4" name="Freihandform: Form 283">
              <a:extLst>
                <a:ext uri="{FF2B5EF4-FFF2-40B4-BE49-F238E27FC236}">
                  <a16:creationId xmlns:a16="http://schemas.microsoft.com/office/drawing/2014/main" id="{70C87191-295C-7E40-BD93-115D51649AC9}"/>
                </a:ext>
              </a:extLst>
            </p:cNvPr>
            <p:cNvSpPr/>
            <p:nvPr/>
          </p:nvSpPr>
          <p:spPr>
            <a:xfrm>
              <a:off x="6951395" y="3052365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8 w 197542"/>
                <a:gd name="connsiteY3" fmla="*/ 0 h 245899"/>
                <a:gd name="connsiteX4" fmla="*/ 197542 w 197542"/>
                <a:gd name="connsiteY4" fmla="*/ 40060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25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60"/>
                  </a:cubicBezTo>
                  <a:lnTo>
                    <a:pt x="159777" y="75974"/>
                  </a:lnTo>
                  <a:cubicBezTo>
                    <a:pt x="145969" y="58013"/>
                    <a:pt x="131231" y="50192"/>
                    <a:pt x="112809" y="50192"/>
                  </a:cubicBezTo>
                  <a:cubicBezTo>
                    <a:pt x="78276" y="50192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62" y="196161"/>
                    <a:pt x="145500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8" name="Freihandform: Form 284">
              <a:extLst>
                <a:ext uri="{FF2B5EF4-FFF2-40B4-BE49-F238E27FC236}">
                  <a16:creationId xmlns:a16="http://schemas.microsoft.com/office/drawing/2014/main" id="{0950DE9E-800B-5246-BA6F-C4E8BF8AB060}"/>
                </a:ext>
              </a:extLst>
            </p:cNvPr>
            <p:cNvSpPr/>
            <p:nvPr/>
          </p:nvSpPr>
          <p:spPr>
            <a:xfrm>
              <a:off x="7195938" y="2950140"/>
              <a:ext cx="201695" cy="342598"/>
            </a:xfrm>
            <a:custGeom>
              <a:avLst/>
              <a:gdLst>
                <a:gd name="connsiteX0" fmla="*/ 201695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7 h 342598"/>
                <a:gd name="connsiteX10" fmla="*/ 55718 w 201695"/>
                <a:gd name="connsiteY10" fmla="*/ 136297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5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7"/>
                  </a:lnTo>
                  <a:lnTo>
                    <a:pt x="55718" y="136297"/>
                  </a:lnTo>
                  <a:cubicBezTo>
                    <a:pt x="69074" y="115573"/>
                    <a:pt x="93483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79" name="Freihandform: Form 285">
              <a:extLst>
                <a:ext uri="{FF2B5EF4-FFF2-40B4-BE49-F238E27FC236}">
                  <a16:creationId xmlns:a16="http://schemas.microsoft.com/office/drawing/2014/main" id="{FB6700C5-621E-C04A-A4B7-AF67ADE642FF}"/>
                </a:ext>
              </a:extLst>
            </p:cNvPr>
            <p:cNvSpPr/>
            <p:nvPr/>
          </p:nvSpPr>
          <p:spPr>
            <a:xfrm>
              <a:off x="7451652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86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8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19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8" y="131240"/>
                    <a:pt x="106822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7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0" name="Freihandform: Form 286">
              <a:extLst>
                <a:ext uri="{FF2B5EF4-FFF2-40B4-BE49-F238E27FC236}">
                  <a16:creationId xmlns:a16="http://schemas.microsoft.com/office/drawing/2014/main" id="{57CB02E1-5F4F-6148-9B81-71E42116E79F}"/>
                </a:ext>
              </a:extLst>
            </p:cNvPr>
            <p:cNvSpPr/>
            <p:nvPr/>
          </p:nvSpPr>
          <p:spPr>
            <a:xfrm>
              <a:off x="7694437" y="2946899"/>
              <a:ext cx="143674" cy="345830"/>
            </a:xfrm>
            <a:custGeom>
              <a:avLst/>
              <a:gdLst>
                <a:gd name="connsiteX0" fmla="*/ 143674 w 143674"/>
                <a:gd name="connsiteY0" fmla="*/ 51582 h 345830"/>
                <a:gd name="connsiteX1" fmla="*/ 119734 w 143674"/>
                <a:gd name="connsiteY1" fmla="*/ 46976 h 345830"/>
                <a:gd name="connsiteX2" fmla="*/ 90720 w 143674"/>
                <a:gd name="connsiteY2" fmla="*/ 79667 h 345830"/>
                <a:gd name="connsiteX3" fmla="*/ 90720 w 143674"/>
                <a:gd name="connsiteY3" fmla="*/ 111445 h 345830"/>
                <a:gd name="connsiteX4" fmla="*/ 137235 w 143674"/>
                <a:gd name="connsiteY4" fmla="*/ 111445 h 345830"/>
                <a:gd name="connsiteX5" fmla="*/ 137235 w 143674"/>
                <a:gd name="connsiteY5" fmla="*/ 157031 h 345830"/>
                <a:gd name="connsiteX6" fmla="*/ 91180 w 143674"/>
                <a:gd name="connsiteY6" fmla="*/ 157031 h 345830"/>
                <a:gd name="connsiteX7" fmla="*/ 91180 w 143674"/>
                <a:gd name="connsiteY7" fmla="*/ 345831 h 345830"/>
                <a:gd name="connsiteX8" fmla="*/ 36383 w 143674"/>
                <a:gd name="connsiteY8" fmla="*/ 345831 h 345830"/>
                <a:gd name="connsiteX9" fmla="*/ 36383 w 143674"/>
                <a:gd name="connsiteY9" fmla="*/ 157031 h 345830"/>
                <a:gd name="connsiteX10" fmla="*/ 0 w 143674"/>
                <a:gd name="connsiteY10" fmla="*/ 157031 h 345830"/>
                <a:gd name="connsiteX11" fmla="*/ 0 w 143674"/>
                <a:gd name="connsiteY11" fmla="*/ 111445 h 345830"/>
                <a:gd name="connsiteX12" fmla="*/ 36383 w 143674"/>
                <a:gd name="connsiteY12" fmla="*/ 111445 h 345830"/>
                <a:gd name="connsiteX13" fmla="*/ 36383 w 143674"/>
                <a:gd name="connsiteY13" fmla="*/ 77825 h 345830"/>
                <a:gd name="connsiteX14" fmla="*/ 110983 w 143674"/>
                <a:gd name="connsiteY14" fmla="*/ 0 h 345830"/>
                <a:gd name="connsiteX15" fmla="*/ 143674 w 143674"/>
                <a:gd name="connsiteY15" fmla="*/ 5066 h 345830"/>
                <a:gd name="connsiteX16" fmla="*/ 143674 w 143674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74" h="345830">
                  <a:moveTo>
                    <a:pt x="143674" y="51582"/>
                  </a:moveTo>
                  <a:cubicBezTo>
                    <a:pt x="136306" y="48358"/>
                    <a:pt x="127555" y="46976"/>
                    <a:pt x="119734" y="46976"/>
                  </a:cubicBezTo>
                  <a:cubicBezTo>
                    <a:pt x="99010" y="46976"/>
                    <a:pt x="90720" y="57569"/>
                    <a:pt x="90720" y="79667"/>
                  </a:cubicBezTo>
                  <a:lnTo>
                    <a:pt x="90720" y="111445"/>
                  </a:lnTo>
                  <a:lnTo>
                    <a:pt x="137235" y="111445"/>
                  </a:lnTo>
                  <a:lnTo>
                    <a:pt x="137235" y="157031"/>
                  </a:lnTo>
                  <a:lnTo>
                    <a:pt x="91180" y="157031"/>
                  </a:lnTo>
                  <a:lnTo>
                    <a:pt x="91180" y="345831"/>
                  </a:lnTo>
                  <a:lnTo>
                    <a:pt x="36383" y="345831"/>
                  </a:lnTo>
                  <a:lnTo>
                    <a:pt x="36383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83" y="111445"/>
                  </a:lnTo>
                  <a:lnTo>
                    <a:pt x="36383" y="77825"/>
                  </a:lnTo>
                  <a:cubicBezTo>
                    <a:pt x="36383" y="29015"/>
                    <a:pt x="58490" y="0"/>
                    <a:pt x="110983" y="0"/>
                  </a:cubicBezTo>
                  <a:cubicBezTo>
                    <a:pt x="122958" y="0"/>
                    <a:pt x="134472" y="1382"/>
                    <a:pt x="143674" y="5066"/>
                  </a:cubicBezTo>
                  <a:lnTo>
                    <a:pt x="143674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1" name="Freihandform: Form 287">
              <a:extLst>
                <a:ext uri="{FF2B5EF4-FFF2-40B4-BE49-F238E27FC236}">
                  <a16:creationId xmlns:a16="http://schemas.microsoft.com/office/drawing/2014/main" id="{01D84E81-8079-0146-9BDB-51F090F16BEC}"/>
                </a:ext>
              </a:extLst>
            </p:cNvPr>
            <p:cNvSpPr/>
            <p:nvPr/>
          </p:nvSpPr>
          <p:spPr>
            <a:xfrm>
              <a:off x="7867277" y="2982353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2" name="Freihandform: Form 288">
              <a:extLst>
                <a:ext uri="{FF2B5EF4-FFF2-40B4-BE49-F238E27FC236}">
                  <a16:creationId xmlns:a16="http://schemas.microsoft.com/office/drawing/2014/main" id="{746B60EE-3B74-5E42-BDB5-48D0C84E9956}"/>
                </a:ext>
              </a:extLst>
            </p:cNvPr>
            <p:cNvSpPr/>
            <p:nvPr/>
          </p:nvSpPr>
          <p:spPr>
            <a:xfrm>
              <a:off x="8049797" y="3052356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4 w 214130"/>
                <a:gd name="connsiteY2" fmla="*/ 0 h 245899"/>
                <a:gd name="connsiteX3" fmla="*/ 214131 w 214130"/>
                <a:gd name="connsiteY3" fmla="*/ 119266 h 245899"/>
                <a:gd name="connsiteX4" fmla="*/ 213209 w 214130"/>
                <a:gd name="connsiteY4" fmla="*/ 141824 h 245899"/>
                <a:gd name="connsiteX5" fmla="*/ 55727 w 214130"/>
                <a:gd name="connsiteY5" fmla="*/ 141824 h 245899"/>
                <a:gd name="connsiteX6" fmla="*/ 116510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88 w 214130"/>
                <a:gd name="connsiteY10" fmla="*/ 101765 h 245899"/>
                <a:gd name="connsiteX11" fmla="*/ 161159 w 214130"/>
                <a:gd name="connsiteY11" fmla="*/ 101765 h 245899"/>
                <a:gd name="connsiteX12" fmla="*/ 109125 w 214130"/>
                <a:gd name="connsiteY12" fmla="*/ 45125 h 245899"/>
                <a:gd name="connsiteX13" fmla="*/ 5478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4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09" y="141824"/>
                  </a:cubicBezTo>
                  <a:lnTo>
                    <a:pt x="55727" y="141824"/>
                  </a:lnTo>
                  <a:cubicBezTo>
                    <a:pt x="61714" y="178207"/>
                    <a:pt x="83351" y="198924"/>
                    <a:pt x="116510" y="198924"/>
                  </a:cubicBezTo>
                  <a:cubicBezTo>
                    <a:pt x="138147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23" y="233465"/>
                    <a:pt x="151487" y="245900"/>
                    <a:pt x="116033" y="245900"/>
                  </a:cubicBezTo>
                  <a:close/>
                  <a:moveTo>
                    <a:pt x="54788" y="101765"/>
                  </a:moveTo>
                  <a:lnTo>
                    <a:pt x="161159" y="101765"/>
                  </a:lnTo>
                  <a:cubicBezTo>
                    <a:pt x="158864" y="65850"/>
                    <a:pt x="139981" y="45125"/>
                    <a:pt x="109125" y="45125"/>
                  </a:cubicBezTo>
                  <a:cubicBezTo>
                    <a:pt x="78729" y="45134"/>
                    <a:pt x="59394" y="65390"/>
                    <a:pt x="54788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3" name="Freihandform: Form 289">
              <a:extLst>
                <a:ext uri="{FF2B5EF4-FFF2-40B4-BE49-F238E27FC236}">
                  <a16:creationId xmlns:a16="http://schemas.microsoft.com/office/drawing/2014/main" id="{130A88CC-2055-9D46-A3AB-5C259A9E4297}"/>
                </a:ext>
              </a:extLst>
            </p:cNvPr>
            <p:cNvSpPr/>
            <p:nvPr/>
          </p:nvSpPr>
          <p:spPr>
            <a:xfrm>
              <a:off x="8323756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4" name="Freihandform: Form 290">
              <a:extLst>
                <a:ext uri="{FF2B5EF4-FFF2-40B4-BE49-F238E27FC236}">
                  <a16:creationId xmlns:a16="http://schemas.microsoft.com/office/drawing/2014/main" id="{3395C0E0-7108-1441-9D16-60C76E734E62}"/>
                </a:ext>
              </a:extLst>
            </p:cNvPr>
            <p:cNvSpPr/>
            <p:nvPr/>
          </p:nvSpPr>
          <p:spPr>
            <a:xfrm>
              <a:off x="8741466" y="2935854"/>
              <a:ext cx="31309" cy="452200"/>
            </a:xfrm>
            <a:custGeom>
              <a:avLst/>
              <a:gdLst>
                <a:gd name="connsiteX0" fmla="*/ 31309 w 31309"/>
                <a:gd name="connsiteY0" fmla="*/ 452201 h 452200"/>
                <a:gd name="connsiteX1" fmla="*/ 0 w 31309"/>
                <a:gd name="connsiteY1" fmla="*/ 452201 h 452200"/>
                <a:gd name="connsiteX2" fmla="*/ 0 w 31309"/>
                <a:gd name="connsiteY2" fmla="*/ 0 h 452200"/>
                <a:gd name="connsiteX3" fmla="*/ 31309 w 31309"/>
                <a:gd name="connsiteY3" fmla="*/ 0 h 452200"/>
                <a:gd name="connsiteX4" fmla="*/ 31309 w 31309"/>
                <a:gd name="connsiteY4" fmla="*/ 452201 h 452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309" h="452200">
                  <a:moveTo>
                    <a:pt x="31309" y="452201"/>
                  </a:moveTo>
                  <a:lnTo>
                    <a:pt x="0" y="452201"/>
                  </a:lnTo>
                  <a:lnTo>
                    <a:pt x="0" y="0"/>
                  </a:lnTo>
                  <a:lnTo>
                    <a:pt x="31309" y="0"/>
                  </a:lnTo>
                  <a:lnTo>
                    <a:pt x="31309" y="45220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5" name="Freihandform: Form 291">
              <a:extLst>
                <a:ext uri="{FF2B5EF4-FFF2-40B4-BE49-F238E27FC236}">
                  <a16:creationId xmlns:a16="http://schemas.microsoft.com/office/drawing/2014/main" id="{BE188E28-8C81-C948-981E-9C491190E489}"/>
                </a:ext>
              </a:extLst>
            </p:cNvPr>
            <p:cNvSpPr/>
            <p:nvPr/>
          </p:nvSpPr>
          <p:spPr>
            <a:xfrm>
              <a:off x="8970820" y="2968545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8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3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8 w 398768"/>
                <a:gd name="connsiteY9" fmla="*/ 0 h 324184"/>
                <a:gd name="connsiteX10" fmla="*/ 317260 w 398768"/>
                <a:gd name="connsiteY10" fmla="*/ 324185 h 324184"/>
                <a:gd name="connsiteX11" fmla="*/ 257857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8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3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8" y="0"/>
                  </a:lnTo>
                  <a:lnTo>
                    <a:pt x="317260" y="324185"/>
                  </a:lnTo>
                  <a:lnTo>
                    <a:pt x="257857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6" name="Freihandform: Form 292">
              <a:extLst>
                <a:ext uri="{FF2B5EF4-FFF2-40B4-BE49-F238E27FC236}">
                  <a16:creationId xmlns:a16="http://schemas.microsoft.com/office/drawing/2014/main" id="{BD522304-05FD-9B45-9FEC-ADB7C49BF4C8}"/>
                </a:ext>
              </a:extLst>
            </p:cNvPr>
            <p:cNvSpPr/>
            <p:nvPr/>
          </p:nvSpPr>
          <p:spPr>
            <a:xfrm>
              <a:off x="941575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7" name="Freihandform: Form 293">
              <a:extLst>
                <a:ext uri="{FF2B5EF4-FFF2-40B4-BE49-F238E27FC236}">
                  <a16:creationId xmlns:a16="http://schemas.microsoft.com/office/drawing/2014/main" id="{A51A11CC-8B87-C44C-AB51-56AAE0918B9D}"/>
                </a:ext>
              </a:extLst>
            </p:cNvPr>
            <p:cNvSpPr/>
            <p:nvPr/>
          </p:nvSpPr>
          <p:spPr>
            <a:xfrm>
              <a:off x="9528805" y="2963018"/>
              <a:ext cx="227486" cy="335246"/>
            </a:xfrm>
            <a:custGeom>
              <a:avLst/>
              <a:gdLst>
                <a:gd name="connsiteX0" fmla="*/ 36383 w 227486"/>
                <a:gd name="connsiteY0" fmla="*/ 245900 h 335246"/>
                <a:gd name="connsiteX1" fmla="*/ 116971 w 227486"/>
                <a:gd name="connsiteY1" fmla="*/ 282283 h 335246"/>
                <a:gd name="connsiteX2" fmla="*/ 169466 w 227486"/>
                <a:gd name="connsiteY2" fmla="*/ 241755 h 335246"/>
                <a:gd name="connsiteX3" fmla="*/ 10601 w 227486"/>
                <a:gd name="connsiteY3" fmla="*/ 93944 h 335246"/>
                <a:gd name="connsiteX4" fmla="*/ 120656 w 227486"/>
                <a:gd name="connsiteY4" fmla="*/ 0 h 335246"/>
                <a:gd name="connsiteX5" fmla="*/ 225183 w 227486"/>
                <a:gd name="connsiteY5" fmla="*/ 39147 h 335246"/>
                <a:gd name="connsiteX6" fmla="*/ 188808 w 227486"/>
                <a:gd name="connsiteY6" fmla="*/ 83812 h 335246"/>
                <a:gd name="connsiteX7" fmla="*/ 117884 w 227486"/>
                <a:gd name="connsiteY7" fmla="*/ 52503 h 335246"/>
                <a:gd name="connsiteX8" fmla="*/ 68613 w 227486"/>
                <a:gd name="connsiteY8" fmla="*/ 88886 h 335246"/>
                <a:gd name="connsiteX9" fmla="*/ 227486 w 227486"/>
                <a:gd name="connsiteY9" fmla="*/ 237158 h 335246"/>
                <a:gd name="connsiteX10" fmla="*/ 115590 w 227486"/>
                <a:gd name="connsiteY10" fmla="*/ 335246 h 335246"/>
                <a:gd name="connsiteX11" fmla="*/ 0 w 227486"/>
                <a:gd name="connsiteY11" fmla="*/ 290573 h 335246"/>
                <a:gd name="connsiteX12" fmla="*/ 36383 w 227486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86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71" y="282283"/>
                  </a:cubicBezTo>
                  <a:cubicBezTo>
                    <a:pt x="147359" y="282283"/>
                    <a:pt x="169466" y="265243"/>
                    <a:pt x="169466" y="241755"/>
                  </a:cubicBezTo>
                  <a:cubicBezTo>
                    <a:pt x="169466" y="179589"/>
                    <a:pt x="10601" y="198932"/>
                    <a:pt x="10601" y="93944"/>
                  </a:cubicBezTo>
                  <a:cubicBezTo>
                    <a:pt x="10601" y="38226"/>
                    <a:pt x="55727" y="0"/>
                    <a:pt x="120656" y="0"/>
                  </a:cubicBezTo>
                  <a:cubicBezTo>
                    <a:pt x="159342" y="0"/>
                    <a:pt x="195256" y="13356"/>
                    <a:pt x="225183" y="39147"/>
                  </a:cubicBezTo>
                  <a:lnTo>
                    <a:pt x="188808" y="83812"/>
                  </a:lnTo>
                  <a:cubicBezTo>
                    <a:pt x="165321" y="63087"/>
                    <a:pt x="141841" y="52503"/>
                    <a:pt x="117884" y="52503"/>
                  </a:cubicBezTo>
                  <a:cubicBezTo>
                    <a:pt x="89339" y="52503"/>
                    <a:pt x="68613" y="67692"/>
                    <a:pt x="68613" y="88886"/>
                  </a:cubicBezTo>
                  <a:cubicBezTo>
                    <a:pt x="68613" y="147359"/>
                    <a:pt x="227486" y="128024"/>
                    <a:pt x="227486" y="237158"/>
                  </a:cubicBezTo>
                  <a:cubicBezTo>
                    <a:pt x="227486" y="295639"/>
                    <a:pt x="182352" y="335246"/>
                    <a:pt x="115590" y="335246"/>
                  </a:cubicBezTo>
                  <a:cubicBezTo>
                    <a:pt x="72767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8" name="Freihandform: Form 294">
              <a:extLst>
                <a:ext uri="{FF2B5EF4-FFF2-40B4-BE49-F238E27FC236}">
                  <a16:creationId xmlns:a16="http://schemas.microsoft.com/office/drawing/2014/main" id="{FDD6B35D-53A4-614E-8257-E137E5BCEE7C}"/>
                </a:ext>
              </a:extLst>
            </p:cNvPr>
            <p:cNvSpPr/>
            <p:nvPr/>
          </p:nvSpPr>
          <p:spPr>
            <a:xfrm>
              <a:off x="9804959" y="3052356"/>
              <a:ext cx="225636" cy="245908"/>
            </a:xfrm>
            <a:custGeom>
              <a:avLst/>
              <a:gdLst>
                <a:gd name="connsiteX0" fmla="*/ 0 w 225636"/>
                <a:gd name="connsiteY0" fmla="*/ 122950 h 245908"/>
                <a:gd name="connsiteX1" fmla="*/ 113739 w 225636"/>
                <a:gd name="connsiteY1" fmla="*/ 0 h 245908"/>
                <a:gd name="connsiteX2" fmla="*/ 225636 w 225636"/>
                <a:gd name="connsiteY2" fmla="*/ 122950 h 245908"/>
                <a:gd name="connsiteX3" fmla="*/ 113739 w 225636"/>
                <a:gd name="connsiteY3" fmla="*/ 245908 h 245908"/>
                <a:gd name="connsiteX4" fmla="*/ 0 w 225636"/>
                <a:gd name="connsiteY4" fmla="*/ 122950 h 245908"/>
                <a:gd name="connsiteX5" fmla="*/ 171300 w 225636"/>
                <a:gd name="connsiteY5" fmla="*/ 123410 h 245908"/>
                <a:gd name="connsiteX6" fmla="*/ 112818 w 225636"/>
                <a:gd name="connsiteY6" fmla="*/ 49731 h 245908"/>
                <a:gd name="connsiteX7" fmla="*/ 54345 w 225636"/>
                <a:gd name="connsiteY7" fmla="*/ 122481 h 245908"/>
                <a:gd name="connsiteX8" fmla="*/ 113287 w 225636"/>
                <a:gd name="connsiteY8" fmla="*/ 196621 h 245908"/>
                <a:gd name="connsiteX9" fmla="*/ 171300 w 225636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36" h="245908">
                  <a:moveTo>
                    <a:pt x="0" y="122950"/>
                  </a:moveTo>
                  <a:cubicBezTo>
                    <a:pt x="0" y="49270"/>
                    <a:pt x="45586" y="0"/>
                    <a:pt x="113739" y="0"/>
                  </a:cubicBezTo>
                  <a:cubicBezTo>
                    <a:pt x="181431" y="0"/>
                    <a:pt x="225636" y="48349"/>
                    <a:pt x="225636" y="122950"/>
                  </a:cubicBezTo>
                  <a:cubicBezTo>
                    <a:pt x="225636" y="196629"/>
                    <a:pt x="181884" y="245908"/>
                    <a:pt x="113739" y="245908"/>
                  </a:cubicBezTo>
                  <a:cubicBezTo>
                    <a:pt x="46047" y="245900"/>
                    <a:pt x="0" y="197090"/>
                    <a:pt x="0" y="122950"/>
                  </a:cubicBezTo>
                  <a:close/>
                  <a:moveTo>
                    <a:pt x="171300" y="123410"/>
                  </a:moveTo>
                  <a:cubicBezTo>
                    <a:pt x="171300" y="77824"/>
                    <a:pt x="148741" y="49731"/>
                    <a:pt x="112818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03" y="196621"/>
                    <a:pt x="113287" y="196621"/>
                  </a:cubicBezTo>
                  <a:cubicBezTo>
                    <a:pt x="149193" y="196629"/>
                    <a:pt x="171300" y="168536"/>
                    <a:pt x="171300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pic>
        <p:nvPicPr>
          <p:cNvPr id="161" name="Grafik 160">
            <a:extLst>
              <a:ext uri="{FF2B5EF4-FFF2-40B4-BE49-F238E27FC236}">
                <a16:creationId xmlns:a16="http://schemas.microsoft.com/office/drawing/2014/main" id="{32804FC9-B2CF-4F2B-B5BA-4FC811F1B8E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200" y="302400"/>
            <a:ext cx="1404630" cy="53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7165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74DF13-B584-46A2-9B1A-67BAA69B128F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7" y="1631156"/>
            <a:ext cx="11157745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5C59997-58CB-4A34-A7D6-744D4117F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25613776-0F22-42BA-AE5A-1B73727AAD1E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D4D5745E-E636-484E-8028-8021CCFDEC5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409702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75069-90D3-47FD-846C-CB9D88DEE72F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024A1079-17C2-45DE-A16B-14C152A08F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06329" y="1631156"/>
            <a:ext cx="5469732" cy="45696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6791738E-1095-45F8-98E2-D057FFD19CA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73212EE7-978B-435B-B747-4DF34057F18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559413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739F-85A4-4904-BF10-1F018D199650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36A777D-D5C6-4E84-A9C9-D0F4836A4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304591F-2FC9-4C29-9FE5-537955E3B92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8318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D0C47385-EF97-44EE-867E-E9365B44CA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07242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E3F53468-6A74-4DFC-93FD-A760B961965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12780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86333803-0B38-4F61-95AE-49DCFFD7FB8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08BEEA51-35F2-44B9-8FA6-474AFBCFB0F8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66738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 Bild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52583-25AC-450B-861F-C7EF6E2A4877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8D50DB04-91D7-4C23-96CE-09E0502D14C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BA160CC5-8A59-46D3-A1D7-F21A3B6955D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66463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 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8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6975A-5916-44F8-AAB7-DA930B118AE0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06331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1C6D487A-3469-4A14-880C-0C0352BFC29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65A4D142-596E-4394-B407-65001A377D3A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412820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folie | mit Stör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430C106-4EB7-47B9-8F1D-0BFCFBEAECE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1CD45B2-C7E2-4C43-84ED-BFB6DC4E84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319" y="3431381"/>
            <a:ext cx="3571200" cy="2769394"/>
          </a:xfrm>
          <a:solidFill>
            <a:schemeClr val="bg1"/>
          </a:solidFill>
        </p:spPr>
        <p:txBody>
          <a:bodyPr wrap="square" lIns="180000" tIns="180000" rIns="360000" bIns="18000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FE029E8-09EC-45DC-B2BB-25B2B1C145A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D3613C15-D9EF-4DBF-8B74-3D509941276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8E0568E8-B36B-404B-9E38-F367F7DFCF81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4EB1BCB-8EFE-43BA-AE53-9984B9F11B54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B189016C-ED2A-474D-A417-5E0F497B51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9856DE16-FDEC-4063-8C73-CBF95C803B59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3759D02-378A-4C73-8CA4-E4FB217B94E6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612F9041-226E-4E23-B398-1F7D9044B5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618D5641-3E9B-4072-8388-BB46336975A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870072D5-E220-4946-9EE1-80DFB58C3A38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0A43D9D6-7790-4E94-8493-67757E3373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E7E0758-62D1-453D-B55E-FDC4CCE3C6E4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310EC5-28E5-4146-A748-79C1FCA769F0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2D5BC590-E7B8-48F8-AAC5-6799BCBDEB4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DF5B0BA6-3F36-41A3-8125-15AA496849C8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07018BC3-E9D3-4DC9-9093-D415FD96426D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8F1A063-9C9E-48DF-9813-A4EA4497C2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F79F31FE-DC89-4DED-A231-3D8DCBF48D98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7DF8EA8-3E45-431B-90A0-140583E1D07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300055A-A6D6-4CE1-986A-0930765E02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B2C23E7-0482-498A-B984-44C6CF40F3B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C7A65B2-F352-4DA5-9A36-9105D478D2C2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4D9AE9BE-891D-491B-98F9-78F552DDC8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E259A48F-52D3-481E-86F8-360FED16B872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ADB04CE-94F5-430A-9FF1-01DE211731F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0411913-7BEC-4F33-BDE8-154F93D079C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A40BADBF-D4AC-4B48-AE66-D79BD3055404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B5DA2A5-4F29-4DF6-A342-0A7B4878AAB5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E820BD84-9211-4C19-A40B-4121AD892514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21C7D9CA-751B-4809-9338-47DDC5D1A7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D1C22B97-CFD8-4E78-BF7E-02A71F190F83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1320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1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1F16-A38C-4704-AC2A-54EFFD6840B2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6A4CB3A7-ACED-41D0-8E35-318CD369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EBFE18BD-74E5-4328-B98A-9C6FC4FCA59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11157746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A51E223D-AC82-4D54-A383-0E2DF84E2EF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11157746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05EC4CE8-43C6-428F-9E62-CB38E0CE644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142AAD46-67A3-4127-B280-D69434A7D72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3408502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D1C6F0-82FB-4758-8445-3C854B8A42D3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8C7F934-D7F3-42CA-88CC-3AEB50FF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4" name="Bildplatzhalter 8">
            <a:extLst>
              <a:ext uri="{FF2B5EF4-FFF2-40B4-BE49-F238E27FC236}">
                <a16:creationId xmlns:a16="http://schemas.microsoft.com/office/drawing/2014/main" id="{B4B72DA6-61BE-42F9-8894-08B159BC7C7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5" name="Textplatzhalter 10">
            <a:extLst>
              <a:ext uri="{FF2B5EF4-FFF2-40B4-BE49-F238E27FC236}">
                <a16:creationId xmlns:a16="http://schemas.microsoft.com/office/drawing/2014/main" id="{0E2D86CD-8C0A-461A-82DE-DEB73A6F9AC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B4E7C39B-83E8-467B-AD57-55CA08888B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206331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7" name="Textplatzhalter 10">
            <a:extLst>
              <a:ext uri="{FF2B5EF4-FFF2-40B4-BE49-F238E27FC236}">
                <a16:creationId xmlns:a16="http://schemas.microsoft.com/office/drawing/2014/main" id="{CE124A50-74B4-4E32-AA56-DCD775B1300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06331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BF87D6FE-3E8F-49D4-B36A-217C95B23AF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381895C7-DC25-40C3-9857-7AF6421845A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627449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5E404-FA7C-4123-B3AC-C4E47D4145D2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9995CF9C-9826-4946-A085-FF49199BE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430412-20B6-4F53-A77B-A26A49135E4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2" name="Textplatzhalter 10">
            <a:extLst>
              <a:ext uri="{FF2B5EF4-FFF2-40B4-BE49-F238E27FC236}">
                <a16:creationId xmlns:a16="http://schemas.microsoft.com/office/drawing/2014/main" id="{48CA2DF0-5B92-4CE6-AF1A-CC648431BB9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002E2471-F223-4896-A895-CE0AF20E11D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8106305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4" name="Textplatzhalter 10">
            <a:extLst>
              <a:ext uri="{FF2B5EF4-FFF2-40B4-BE49-F238E27FC236}">
                <a16:creationId xmlns:a16="http://schemas.microsoft.com/office/drawing/2014/main" id="{470E7482-A37A-44BE-ADE5-A0B3B10E8FC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106305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5" name="Bildplatzhalter 8">
            <a:extLst>
              <a:ext uri="{FF2B5EF4-FFF2-40B4-BE49-F238E27FC236}">
                <a16:creationId xmlns:a16="http://schemas.microsoft.com/office/drawing/2014/main" id="{3FD09289-F115-4464-A726-812A11720CAD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312311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6" name="Textplatzhalter 10">
            <a:extLst>
              <a:ext uri="{FF2B5EF4-FFF2-40B4-BE49-F238E27FC236}">
                <a16:creationId xmlns:a16="http://schemas.microsoft.com/office/drawing/2014/main" id="{F3F11CE6-C8CF-4ABE-B3B8-C00D74678A9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12311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A7347480-9F70-4378-B138-B8B7C593F8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DD6E75C0-962B-4DE7-8D95-4D4F45AB824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721892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0B6EA-496C-459A-815A-9BD62A63A65D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11155366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A13C3F65-DA83-41EB-89FA-4255A4DF2ED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2854430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8426-EBDC-4303-B9B1-D92AAD036170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Inhaltsplatzhalter 7">
            <a:extLst>
              <a:ext uri="{FF2B5EF4-FFF2-40B4-BE49-F238E27FC236}">
                <a16:creationId xmlns:a16="http://schemas.microsoft.com/office/drawing/2014/main" id="{33608DEB-69EC-4E8F-A567-9E3EA36C3624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6206330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6BCD0DB3-1746-4FA4-9BF2-5CC1A0E5F8B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5577756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mi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FD88-BC3F-47B2-AE3F-ECDD22FD8DC5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5086500-15A5-49F2-8B64-748C19FDABC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04861" y="1631156"/>
            <a:ext cx="3571200" cy="456962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84BE64F-DBB2-4BF3-ABE7-E92BB978D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9" name="Inhaltsplatzhalter 7">
            <a:extLst>
              <a:ext uri="{FF2B5EF4-FFF2-40B4-BE49-F238E27FC236}">
                <a16:creationId xmlns:a16="http://schemas.microsoft.com/office/drawing/2014/main" id="{0D6633D6-CA56-460E-AA1C-9A4D6A62324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18317" y="1631157"/>
            <a:ext cx="7363752" cy="4569620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7CDDF36A-B7A5-4E95-A5D6-07C5FCED28B4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B3506DC8-BD94-4752-B673-EB18A5638B4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185792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 | Ro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2F81409-1E84-4F9F-909C-B8147813B64E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1925060-7FCF-4CBC-B0DA-0731E3E98579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Textplatzhalter 9">
            <a:extLst>
              <a:ext uri="{FF2B5EF4-FFF2-40B4-BE49-F238E27FC236}">
                <a16:creationId xmlns:a16="http://schemas.microsoft.com/office/drawing/2014/main" id="{A9FF3927-CA7B-4361-998A-3A60E5D23F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93DCB95B-459E-4AC2-8E4B-6C459242A95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ECEE8D8-DF92-4CFD-A29A-DD98DFA7EC69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E89218EB-083A-44EC-89C4-86451CE1FC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399474D3-E53E-4ABA-9B61-C9BB08A3276B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57879191-3BE6-4B4E-A6B9-7EE964614B47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94484379-E642-433C-B53A-1DEE6A9DD4E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7C54D7A6-C6ED-4572-B49C-338FB11A042A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82F9D16-DA93-44FA-B850-67D0B6AD397D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201A13C-71DC-4465-B39F-F196A50353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D957CB6E-B09B-4A22-86F0-6C38F81B2E90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38DB7D0C-ACAA-4A6B-8088-624B0BC24502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8B86ED7-0F29-451E-8C7D-9B396D5E20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ED76FB85-7BBB-4E8D-A853-5FCC744835E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524020-40DB-450A-AEE5-3E1B459B16B5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539CBAAA-C79F-4BC9-9AF3-18ED0AF9EE7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65F01F83-E434-491F-8893-1CE5848F9B6D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9ECB07F-83AC-4A69-A930-C51459FBE5BA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EB6DF347-64CA-4BE1-8952-3E80EBD0082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F82628F6-8442-4626-962B-E947FDA8C0C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9B4EC5D-DF7B-4D80-86D6-C95B0B60B325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7A230F03-8AA4-4AAE-999A-6E872C727A8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C36145D-6FFB-4D3A-85D6-2ACFDAE5F5D2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D1EC147-B041-40BC-BA8D-878A722616DE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A4E226E-C413-42F0-AA69-108B05313D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4A93327E-EEC7-45A4-9C35-410D17ECB865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0EC1AF1A-26A7-479B-A176-8997B58ED4D1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80D76042-D322-4CD0-B41A-CE295CEC6835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97EC952-23B6-4728-82B6-3D733107C66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8CEDBB7-9662-435E-8F5A-F3EE555D990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24365663-FE3F-47D4-A8D7-729A38C4987D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92EE37E1-8647-4AEB-9AEE-FF0711435F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C2B4E3D7-0BC3-4BC1-B86B-DD51E978575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pic>
        <p:nvPicPr>
          <p:cNvPr id="42" name="Grafik 41">
            <a:extLst>
              <a:ext uri="{FF2B5EF4-FFF2-40B4-BE49-F238E27FC236}">
                <a16:creationId xmlns:a16="http://schemas.microsoft.com/office/drawing/2014/main" id="{7C4F2AC3-A25B-45DF-B9FE-C1DAA15FF1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8400" y="306000"/>
            <a:ext cx="1080000" cy="412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0291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|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79717-E97F-4041-A2DA-BCAED95A5C61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18B908A7-A1D8-4FB7-9CB4-BDC3E20D2B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A9DBE995-23F2-460C-86CC-60633EED25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0248113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41E42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1660C-C7C1-473E-BEF9-D7441416578B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B25E710-D493-4189-8EF7-00ABE0AB56E5}"/>
              </a:ext>
            </a:extLst>
          </p:cNvPr>
          <p:cNvSpPr/>
          <p:nvPr userDrawn="1"/>
        </p:nvSpPr>
        <p:spPr>
          <a:xfrm>
            <a:off x="518317" y="1631155"/>
            <a:ext cx="11157746" cy="456961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2F509DB-422D-41FB-A02B-822A0A204E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497190" y="2835964"/>
            <a:ext cx="7200000" cy="2160000"/>
          </a:xfrm>
        </p:spPr>
        <p:txBody>
          <a:bodyPr rIns="0" anchor="ctr" anchorCtr="0">
            <a:normAutofit/>
          </a:bodyPr>
          <a:lstStyle>
            <a:lvl1pPr algn="ctr">
              <a:defRPr sz="2000" i="1">
                <a:solidFill>
                  <a:srgbClr val="041E4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de-DE" dirty="0"/>
              <a:t>„Mastertextformat bearbeiten“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F862885B-685B-4384-B9F0-6266AD0BDA7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209FD4A-C7D6-4B64-AD6B-63B653F6B00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rgbClr val="041E4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03548958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foli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hteck 59">
            <a:extLst>
              <a:ext uri="{FF2B5EF4-FFF2-40B4-BE49-F238E27FC236}">
                <a16:creationId xmlns:a16="http://schemas.microsoft.com/office/drawing/2014/main" id="{CBD8B083-79E8-44E1-BA43-E993160F02E1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971B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Textplatzhalter 64">
            <a:extLst>
              <a:ext uri="{FF2B5EF4-FFF2-40B4-BE49-F238E27FC236}">
                <a16:creationId xmlns:a16="http://schemas.microsoft.com/office/drawing/2014/main" id="{94E4DAD8-28C4-496D-803F-AF50BFF89A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17" y="2517822"/>
            <a:ext cx="11157745" cy="1822358"/>
          </a:xfrm>
        </p:spPr>
        <p:txBody>
          <a:bodyPr vert="horz" wrap="square" lIns="0" tIns="0" rIns="360000" bIns="0" rtlCol="0" anchor="ctr" anchorCtr="0">
            <a:spAutoFit/>
          </a:bodyPr>
          <a:lstStyle>
            <a:lvl1pPr>
              <a:spcAft>
                <a:spcPts val="0"/>
              </a:spcAft>
              <a:defRPr lang="de-DE" sz="5600" b="1" dirty="0" smtClean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Vielen Dank</a:t>
            </a:r>
            <a:br>
              <a:rPr lang="de-DE" dirty="0"/>
            </a:br>
            <a:r>
              <a:rPr lang="de-DE" dirty="0"/>
              <a:t>für Ihre Aufmerksamkeit!</a:t>
            </a: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0C3B9D07-F821-46AB-95B1-D19222D00FD7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22380010-0050-441D-BA9C-97B58351587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C13F555F-C26E-4B21-A77C-6CA7380155F8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705760C0-8935-4141-9AEE-BB96816B3799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EBE9DAC0-7790-4611-B602-40B3CD18C73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feld 66">
              <a:extLst>
                <a:ext uri="{FF2B5EF4-FFF2-40B4-BE49-F238E27FC236}">
                  <a16:creationId xmlns:a16="http://schemas.microsoft.com/office/drawing/2014/main" id="{1FBE1EE4-3D10-40E7-9F1E-627A51E59C6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B25E0919-4E1B-4A97-A1C2-6AE7D2A59920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849FBB7D-3378-4F36-B80B-3E0BDCA8343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6141066E-6566-420D-B6EB-886DF25CCD1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87A742EA-EC3D-47DE-9C2D-533639983C8D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846719FD-F8B1-447D-8561-7A1E238E8A5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2ABDBC31-5895-4E49-887D-433A43B32DB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AEF4BF1C-C847-48A1-A7BF-3BEE82EF1C59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1CF60061-B6B2-4FE6-9482-278DFD418B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73D29742-39CB-41E5-B346-BADC9743E285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D55A5473-7182-4B24-8843-51E2ADF3D492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204A095A-3A24-4259-92A8-4500898AC0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2971EAD-9159-4D12-8726-4FBE6AFA23F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D1FF9524-93DA-476B-89EA-9E475617F2D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8DFFD401-DC7D-4F6D-82BF-DC6E357E59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feld 81">
              <a:extLst>
                <a:ext uri="{FF2B5EF4-FFF2-40B4-BE49-F238E27FC236}">
                  <a16:creationId xmlns:a16="http://schemas.microsoft.com/office/drawing/2014/main" id="{36A6CE9C-ECB8-42E6-B61D-3A0F3C4D7A5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20076CAA-CFEC-4359-9762-07ED0661EE26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91EF761B-D6BF-475C-8903-456E1F0576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413A99B1-6C23-41A6-A82B-0EC01B77947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16CE4EF7-E819-4747-A9E4-8C86F991481E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3B78DE36-86EF-463F-A7E5-0CD3043C9F4D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feld 87">
              <a:extLst>
                <a:ext uri="{FF2B5EF4-FFF2-40B4-BE49-F238E27FC236}">
                  <a16:creationId xmlns:a16="http://schemas.microsoft.com/office/drawing/2014/main" id="{EAD15804-28A7-4690-889A-7D8A91A7D478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9" name="Gerader Verbinder 88">
            <a:extLst>
              <a:ext uri="{FF2B5EF4-FFF2-40B4-BE49-F238E27FC236}">
                <a16:creationId xmlns:a16="http://schemas.microsoft.com/office/drawing/2014/main" id="{9023C4F7-97EF-4D2F-9223-1AFEE89D9C6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D5072DFD-BA29-43BB-A0B1-01F593A0242E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A9C77A6D-E177-4B69-A5A1-6B77E4229F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feld 91">
              <a:extLst>
                <a:ext uri="{FF2B5EF4-FFF2-40B4-BE49-F238E27FC236}">
                  <a16:creationId xmlns:a16="http://schemas.microsoft.com/office/drawing/2014/main" id="{701274C6-5A42-4082-BC4B-8532BFB4CC40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121" name="Grafik 3">
            <a:extLst>
              <a:ext uri="{FF2B5EF4-FFF2-40B4-BE49-F238E27FC236}">
                <a16:creationId xmlns:a16="http://schemas.microsoft.com/office/drawing/2014/main" id="{06D91DA4-2AD4-4044-ACD2-26BD75F591CE}"/>
              </a:ext>
            </a:extLst>
          </p:cNvPr>
          <p:cNvGrpSpPr/>
          <p:nvPr userDrawn="1"/>
        </p:nvGrpSpPr>
        <p:grpSpPr>
          <a:xfrm>
            <a:off x="510639" y="293688"/>
            <a:ext cx="2631832" cy="563562"/>
            <a:chOff x="4011188" y="1936931"/>
            <a:chExt cx="6776742" cy="1451124"/>
          </a:xfrm>
          <a:solidFill>
            <a:schemeClr val="tx1"/>
          </a:solidFill>
        </p:grpSpPr>
        <p:sp>
          <p:nvSpPr>
            <p:cNvPr id="122" name="Freihandform: Form 213">
              <a:extLst>
                <a:ext uri="{FF2B5EF4-FFF2-40B4-BE49-F238E27FC236}">
                  <a16:creationId xmlns:a16="http://schemas.microsoft.com/office/drawing/2014/main" id="{8B89B079-6887-4745-861A-0D8F365E140C}"/>
                </a:ext>
              </a:extLst>
            </p:cNvPr>
            <p:cNvSpPr/>
            <p:nvPr/>
          </p:nvSpPr>
          <p:spPr>
            <a:xfrm>
              <a:off x="4034676" y="1955336"/>
              <a:ext cx="203537" cy="324184"/>
            </a:xfrm>
            <a:custGeom>
              <a:avLst/>
              <a:gdLst>
                <a:gd name="connsiteX0" fmla="*/ 203538 w 203537"/>
                <a:gd name="connsiteY0" fmla="*/ 52963 h 324184"/>
                <a:gd name="connsiteX1" fmla="*/ 57561 w 203537"/>
                <a:gd name="connsiteY1" fmla="*/ 52963 h 324184"/>
                <a:gd name="connsiteX2" fmla="*/ 57561 w 203537"/>
                <a:gd name="connsiteY2" fmla="*/ 133551 h 324184"/>
                <a:gd name="connsiteX3" fmla="*/ 166694 w 203537"/>
                <a:gd name="connsiteY3" fmla="*/ 133551 h 324184"/>
                <a:gd name="connsiteX4" fmla="*/ 166694 w 203537"/>
                <a:gd name="connsiteY4" fmla="*/ 186045 h 324184"/>
                <a:gd name="connsiteX5" fmla="*/ 57561 w 203537"/>
                <a:gd name="connsiteY5" fmla="*/ 186045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63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63"/>
                  </a:moveTo>
                  <a:lnTo>
                    <a:pt x="57561" y="52963"/>
                  </a:lnTo>
                  <a:lnTo>
                    <a:pt x="57561" y="133551"/>
                  </a:lnTo>
                  <a:lnTo>
                    <a:pt x="166694" y="133551"/>
                  </a:lnTo>
                  <a:lnTo>
                    <a:pt x="166694" y="186045"/>
                  </a:lnTo>
                  <a:lnTo>
                    <a:pt x="57561" y="186045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3" name="Freihandform: Form 214">
              <a:extLst>
                <a:ext uri="{FF2B5EF4-FFF2-40B4-BE49-F238E27FC236}">
                  <a16:creationId xmlns:a16="http://schemas.microsoft.com/office/drawing/2014/main" id="{8FAFB012-CEB2-E447-869E-FF6F76A303A2}"/>
                </a:ext>
              </a:extLst>
            </p:cNvPr>
            <p:cNvSpPr/>
            <p:nvPr/>
          </p:nvSpPr>
          <p:spPr>
            <a:xfrm>
              <a:off x="426950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94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84 w 141832"/>
                <a:gd name="connsiteY7" fmla="*/ 5979 h 240364"/>
                <a:gd name="connsiteX8" fmla="*/ 53884 w 141832"/>
                <a:gd name="connsiteY8" fmla="*/ 35454 h 240364"/>
                <a:gd name="connsiteX9" fmla="*/ 54797 w 141832"/>
                <a:gd name="connsiteY9" fmla="*/ 35454 h 240364"/>
                <a:gd name="connsiteX10" fmla="*/ 116041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800" y="56631"/>
                    <a:pt x="114668" y="53868"/>
                    <a:pt x="102694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84" y="5979"/>
                  </a:lnTo>
                  <a:lnTo>
                    <a:pt x="53884" y="35454"/>
                  </a:lnTo>
                  <a:lnTo>
                    <a:pt x="54797" y="35454"/>
                  </a:lnTo>
                  <a:cubicBezTo>
                    <a:pt x="67232" y="13348"/>
                    <a:pt x="89338" y="0"/>
                    <a:pt x="116041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4" name="Freihandform: Form 215">
              <a:extLst>
                <a:ext uri="{FF2B5EF4-FFF2-40B4-BE49-F238E27FC236}">
                  <a16:creationId xmlns:a16="http://schemas.microsoft.com/office/drawing/2014/main" id="{60CFA2AB-964A-0A4B-8C97-3C657044B2E6}"/>
                </a:ext>
              </a:extLst>
            </p:cNvPr>
            <p:cNvSpPr/>
            <p:nvPr/>
          </p:nvSpPr>
          <p:spPr>
            <a:xfrm>
              <a:off x="4450268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5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5 w 69542"/>
                <a:gd name="connsiteY8" fmla="*/ 104076 h 338461"/>
                <a:gd name="connsiteX9" fmla="*/ 62175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76" y="0"/>
                    <a:pt x="69543" y="14277"/>
                    <a:pt x="69543" y="33160"/>
                  </a:cubicBezTo>
                  <a:close/>
                  <a:moveTo>
                    <a:pt x="6217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5" y="104076"/>
                  </a:lnTo>
                  <a:lnTo>
                    <a:pt x="6217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5" name="Freihandform: Form 216">
              <a:extLst>
                <a:ext uri="{FF2B5EF4-FFF2-40B4-BE49-F238E27FC236}">
                  <a16:creationId xmlns:a16="http://schemas.microsoft.com/office/drawing/2014/main" id="{367A9542-13DC-BF47-845E-EEB771B94EEA}"/>
                </a:ext>
              </a:extLst>
            </p:cNvPr>
            <p:cNvSpPr/>
            <p:nvPr/>
          </p:nvSpPr>
          <p:spPr>
            <a:xfrm>
              <a:off x="4570153" y="2039148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6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8"/>
                    <a:pt x="83360" y="198924"/>
                    <a:pt x="116511" y="198924"/>
                  </a:cubicBezTo>
                  <a:cubicBezTo>
                    <a:pt x="138157" y="198924"/>
                    <a:pt x="155657" y="190634"/>
                    <a:pt x="174079" y="171291"/>
                  </a:cubicBezTo>
                  <a:lnTo>
                    <a:pt x="208152" y="207214"/>
                  </a:lnTo>
                  <a:cubicBezTo>
                    <a:pt x="181431" y="233465"/>
                    <a:pt x="151495" y="245900"/>
                    <a:pt x="116042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6"/>
                    <a:pt x="109125" y="45126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6" name="Freihandform: Form 217">
              <a:extLst>
                <a:ext uri="{FF2B5EF4-FFF2-40B4-BE49-F238E27FC236}">
                  <a16:creationId xmlns:a16="http://schemas.microsoft.com/office/drawing/2014/main" id="{1A42EEDB-7AB9-5946-A0A7-7B270D88A73B}"/>
                </a:ext>
              </a:extLst>
            </p:cNvPr>
            <p:cNvSpPr/>
            <p:nvPr/>
          </p:nvSpPr>
          <p:spPr>
            <a:xfrm>
              <a:off x="4831929" y="1936931"/>
              <a:ext cx="219187" cy="348116"/>
            </a:xfrm>
            <a:custGeom>
              <a:avLst/>
              <a:gdLst>
                <a:gd name="connsiteX0" fmla="*/ 0 w 219187"/>
                <a:gd name="connsiteY0" fmla="*/ 224706 h 348116"/>
                <a:gd name="connsiteX1" fmla="*/ 95317 w 219187"/>
                <a:gd name="connsiteY1" fmla="*/ 102217 h 348116"/>
                <a:gd name="connsiteX2" fmla="*/ 163478 w 219187"/>
                <a:gd name="connsiteY2" fmla="*/ 133986 h 348116"/>
                <a:gd name="connsiteX3" fmla="*/ 164391 w 219187"/>
                <a:gd name="connsiteY3" fmla="*/ 133986 h 348116"/>
                <a:gd name="connsiteX4" fmla="*/ 164391 w 219187"/>
                <a:gd name="connsiteY4" fmla="*/ 13808 h 348116"/>
                <a:gd name="connsiteX5" fmla="*/ 219188 w 219187"/>
                <a:gd name="connsiteY5" fmla="*/ 0 h 348116"/>
                <a:gd name="connsiteX6" fmla="*/ 219188 w 219187"/>
                <a:gd name="connsiteY6" fmla="*/ 342590 h 348116"/>
                <a:gd name="connsiteX7" fmla="*/ 165773 w 219187"/>
                <a:gd name="connsiteY7" fmla="*/ 342590 h 348116"/>
                <a:gd name="connsiteX8" fmla="*/ 165773 w 219187"/>
                <a:gd name="connsiteY8" fmla="*/ 314957 h 348116"/>
                <a:gd name="connsiteX9" fmla="*/ 164851 w 219187"/>
                <a:gd name="connsiteY9" fmla="*/ 314957 h 348116"/>
                <a:gd name="connsiteX10" fmla="*/ 94404 w 219187"/>
                <a:gd name="connsiteY10" fmla="*/ 348117 h 348116"/>
                <a:gd name="connsiteX11" fmla="*/ 0 w 219187"/>
                <a:gd name="connsiteY11" fmla="*/ 224706 h 348116"/>
                <a:gd name="connsiteX12" fmla="*/ 54328 w 219187"/>
                <a:gd name="connsiteY12" fmla="*/ 224706 h 348116"/>
                <a:gd name="connsiteX13" fmla="*/ 108664 w 219187"/>
                <a:gd name="connsiteY13" fmla="*/ 299767 h 348116"/>
                <a:gd name="connsiteX14" fmla="*/ 164383 w 219187"/>
                <a:gd name="connsiteY14" fmla="*/ 268911 h 348116"/>
                <a:gd name="connsiteX15" fmla="*/ 164383 w 219187"/>
                <a:gd name="connsiteY15" fmla="*/ 183265 h 348116"/>
                <a:gd name="connsiteX16" fmla="*/ 108664 w 219187"/>
                <a:gd name="connsiteY16" fmla="*/ 151956 h 348116"/>
                <a:gd name="connsiteX17" fmla="*/ 54328 w 219187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87" h="348116">
                  <a:moveTo>
                    <a:pt x="0" y="224706"/>
                  </a:moveTo>
                  <a:cubicBezTo>
                    <a:pt x="0" y="149185"/>
                    <a:pt x="38217" y="102217"/>
                    <a:pt x="95317" y="102217"/>
                  </a:cubicBezTo>
                  <a:cubicBezTo>
                    <a:pt x="124792" y="102217"/>
                    <a:pt x="147819" y="114643"/>
                    <a:pt x="163478" y="133986"/>
                  </a:cubicBezTo>
                  <a:lnTo>
                    <a:pt x="164391" y="133986"/>
                  </a:lnTo>
                  <a:lnTo>
                    <a:pt x="164391" y="13808"/>
                  </a:lnTo>
                  <a:lnTo>
                    <a:pt x="219188" y="0"/>
                  </a:lnTo>
                  <a:lnTo>
                    <a:pt x="219188" y="342590"/>
                  </a:lnTo>
                  <a:lnTo>
                    <a:pt x="165773" y="342590"/>
                  </a:lnTo>
                  <a:lnTo>
                    <a:pt x="165773" y="314957"/>
                  </a:lnTo>
                  <a:lnTo>
                    <a:pt x="164851" y="314957"/>
                  </a:lnTo>
                  <a:cubicBezTo>
                    <a:pt x="147819" y="335682"/>
                    <a:pt x="123410" y="348117"/>
                    <a:pt x="94404" y="348117"/>
                  </a:cubicBezTo>
                  <a:cubicBezTo>
                    <a:pt x="38677" y="348117"/>
                    <a:pt x="0" y="300689"/>
                    <a:pt x="0" y="224706"/>
                  </a:cubicBezTo>
                  <a:close/>
                  <a:moveTo>
                    <a:pt x="54328" y="224706"/>
                  </a:moveTo>
                  <a:cubicBezTo>
                    <a:pt x="54328" y="272595"/>
                    <a:pt x="74131" y="299767"/>
                    <a:pt x="108664" y="299767"/>
                  </a:cubicBezTo>
                  <a:cubicBezTo>
                    <a:pt x="129849" y="299767"/>
                    <a:pt x="147351" y="289635"/>
                    <a:pt x="164383" y="268911"/>
                  </a:cubicBezTo>
                  <a:lnTo>
                    <a:pt x="164383" y="183265"/>
                  </a:lnTo>
                  <a:cubicBezTo>
                    <a:pt x="148732" y="162088"/>
                    <a:pt x="130762" y="151956"/>
                    <a:pt x="108664" y="151956"/>
                  </a:cubicBezTo>
                  <a:cubicBezTo>
                    <a:pt x="73210" y="151956"/>
                    <a:pt x="54328" y="177739"/>
                    <a:pt x="54328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7" name="Freihandform: Form 218">
              <a:extLst>
                <a:ext uri="{FF2B5EF4-FFF2-40B4-BE49-F238E27FC236}">
                  <a16:creationId xmlns:a16="http://schemas.microsoft.com/office/drawing/2014/main" id="{0C4F78BB-ECC1-9B4E-A4FB-AF718AB2C773}"/>
                </a:ext>
              </a:extLst>
            </p:cNvPr>
            <p:cNvSpPr/>
            <p:nvPr/>
          </p:nvSpPr>
          <p:spPr>
            <a:xfrm>
              <a:off x="5122486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2 w 141832"/>
                <a:gd name="connsiteY1" fmla="*/ 61236 h 240364"/>
                <a:gd name="connsiteX2" fmla="*/ 102686 w 141832"/>
                <a:gd name="connsiteY2" fmla="*/ 53868 h 240364"/>
                <a:gd name="connsiteX3" fmla="*/ 54797 w 141832"/>
                <a:gd name="connsiteY3" fmla="*/ 120178 h 240364"/>
                <a:gd name="connsiteX4" fmla="*/ 54797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7 w 141832"/>
                <a:gd name="connsiteY9" fmla="*/ 35454 h 240364"/>
                <a:gd name="connsiteX10" fmla="*/ 116033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2" y="61236"/>
                  </a:lnTo>
                  <a:cubicBezTo>
                    <a:pt x="124792" y="56631"/>
                    <a:pt x="114660" y="53868"/>
                    <a:pt x="102686" y="53868"/>
                  </a:cubicBezTo>
                  <a:cubicBezTo>
                    <a:pt x="64929" y="53868"/>
                    <a:pt x="54797" y="84264"/>
                    <a:pt x="54797" y="120178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3" y="0"/>
                  </a:cubicBezTo>
                  <a:cubicBezTo>
                    <a:pt x="123871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8" name="Freihandform: Form 219">
              <a:extLst>
                <a:ext uri="{FF2B5EF4-FFF2-40B4-BE49-F238E27FC236}">
                  <a16:creationId xmlns:a16="http://schemas.microsoft.com/office/drawing/2014/main" id="{E5CC0BE3-70DF-A64D-A937-D3747D9F7FFA}"/>
                </a:ext>
              </a:extLst>
            </p:cNvPr>
            <p:cNvSpPr/>
            <p:nvPr/>
          </p:nvSpPr>
          <p:spPr>
            <a:xfrm>
              <a:off x="5303239" y="1941059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9" name="Freihandform: Form 220">
              <a:extLst>
                <a:ext uri="{FF2B5EF4-FFF2-40B4-BE49-F238E27FC236}">
                  <a16:creationId xmlns:a16="http://schemas.microsoft.com/office/drawing/2014/main" id="{8A992392-BE78-4C45-A9AD-9A46BB85E45C}"/>
                </a:ext>
              </a:extLst>
            </p:cNvPr>
            <p:cNvSpPr/>
            <p:nvPr/>
          </p:nvSpPr>
          <p:spPr>
            <a:xfrm>
              <a:off x="5424179" y="2039156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2"/>
                    <a:pt x="112809" y="50192"/>
                  </a:cubicBezTo>
                  <a:cubicBezTo>
                    <a:pt x="78277" y="50192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71" y="196161"/>
                    <a:pt x="145509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0" name="Freihandform: Form 221">
              <a:extLst>
                <a:ext uri="{FF2B5EF4-FFF2-40B4-BE49-F238E27FC236}">
                  <a16:creationId xmlns:a16="http://schemas.microsoft.com/office/drawing/2014/main" id="{AD1DD049-8BF7-AB4F-A285-FA0FEECB6CE4}"/>
                </a:ext>
              </a:extLst>
            </p:cNvPr>
            <p:cNvSpPr/>
            <p:nvPr/>
          </p:nvSpPr>
          <p:spPr>
            <a:xfrm>
              <a:off x="5668731" y="1936931"/>
              <a:ext cx="201695" cy="342590"/>
            </a:xfrm>
            <a:custGeom>
              <a:avLst/>
              <a:gdLst>
                <a:gd name="connsiteX0" fmla="*/ 201695 w 201695"/>
                <a:gd name="connsiteY0" fmla="*/ 342590 h 342590"/>
                <a:gd name="connsiteX1" fmla="*/ 146898 w 201695"/>
                <a:gd name="connsiteY1" fmla="*/ 342590 h 342590"/>
                <a:gd name="connsiteX2" fmla="*/ 146898 w 201695"/>
                <a:gd name="connsiteY2" fmla="*/ 208587 h 342590"/>
                <a:gd name="connsiteX3" fmla="*/ 103607 w 201695"/>
                <a:gd name="connsiteY3" fmla="*/ 151487 h 342590"/>
                <a:gd name="connsiteX4" fmla="*/ 54797 w 201695"/>
                <a:gd name="connsiteY4" fmla="*/ 208135 h 342590"/>
                <a:gd name="connsiteX5" fmla="*/ 54797 w 201695"/>
                <a:gd name="connsiteY5" fmla="*/ 342590 h 342590"/>
                <a:gd name="connsiteX6" fmla="*/ 0 w 201695"/>
                <a:gd name="connsiteY6" fmla="*/ 342590 h 342590"/>
                <a:gd name="connsiteX7" fmla="*/ 0 w 201695"/>
                <a:gd name="connsiteY7" fmla="*/ 13808 h 342590"/>
                <a:gd name="connsiteX8" fmla="*/ 54797 w 201695"/>
                <a:gd name="connsiteY8" fmla="*/ 0 h 342590"/>
                <a:gd name="connsiteX9" fmla="*/ 54797 w 201695"/>
                <a:gd name="connsiteY9" fmla="*/ 136298 h 342590"/>
                <a:gd name="connsiteX10" fmla="*/ 55718 w 201695"/>
                <a:gd name="connsiteY10" fmla="*/ 136298 h 342590"/>
                <a:gd name="connsiteX11" fmla="*/ 124323 w 201695"/>
                <a:gd name="connsiteY11" fmla="*/ 102225 h 342590"/>
                <a:gd name="connsiteX12" fmla="*/ 201687 w 201695"/>
                <a:gd name="connsiteY12" fmla="*/ 197082 h 342590"/>
                <a:gd name="connsiteX13" fmla="*/ 201687 w 201695"/>
                <a:gd name="connsiteY13" fmla="*/ 342590 h 342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0">
                  <a:moveTo>
                    <a:pt x="201695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297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0"/>
                  </a:lnTo>
                  <a:lnTo>
                    <a:pt x="0" y="342590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1" name="Freihandform: Form 222">
              <a:extLst>
                <a:ext uri="{FF2B5EF4-FFF2-40B4-BE49-F238E27FC236}">
                  <a16:creationId xmlns:a16="http://schemas.microsoft.com/office/drawing/2014/main" id="{57A09A9F-192C-9B4E-AD21-793E9C400E00}"/>
                </a:ext>
              </a:extLst>
            </p:cNvPr>
            <p:cNvSpPr/>
            <p:nvPr/>
          </p:nvSpPr>
          <p:spPr>
            <a:xfrm>
              <a:off x="5933312" y="2109603"/>
              <a:ext cx="115120" cy="52033"/>
            </a:xfrm>
            <a:custGeom>
              <a:avLst/>
              <a:gdLst>
                <a:gd name="connsiteX0" fmla="*/ 115121 w 115120"/>
                <a:gd name="connsiteY0" fmla="*/ 52034 h 52033"/>
                <a:gd name="connsiteX1" fmla="*/ 0 w 115120"/>
                <a:gd name="connsiteY1" fmla="*/ 52034 h 52033"/>
                <a:gd name="connsiteX2" fmla="*/ 0 w 115120"/>
                <a:gd name="connsiteY2" fmla="*/ 0 h 52033"/>
                <a:gd name="connsiteX3" fmla="*/ 115121 w 115120"/>
                <a:gd name="connsiteY3" fmla="*/ 0 h 52033"/>
                <a:gd name="connsiteX4" fmla="*/ 115121 w 115120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20" h="52033">
                  <a:moveTo>
                    <a:pt x="115121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1" y="0"/>
                  </a:lnTo>
                  <a:lnTo>
                    <a:pt x="115121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2" name="Freihandform: Form 223">
              <a:extLst>
                <a:ext uri="{FF2B5EF4-FFF2-40B4-BE49-F238E27FC236}">
                  <a16:creationId xmlns:a16="http://schemas.microsoft.com/office/drawing/2014/main" id="{2A68142D-7DB3-D44E-B472-661C0E32F636}"/>
                </a:ext>
              </a:extLst>
            </p:cNvPr>
            <p:cNvSpPr/>
            <p:nvPr/>
          </p:nvSpPr>
          <p:spPr>
            <a:xfrm>
              <a:off x="6076636" y="1955336"/>
              <a:ext cx="302078" cy="324184"/>
            </a:xfrm>
            <a:custGeom>
              <a:avLst/>
              <a:gdLst>
                <a:gd name="connsiteX0" fmla="*/ 120647 w 302078"/>
                <a:gd name="connsiteY0" fmla="*/ 0 h 324184"/>
                <a:gd name="connsiteX1" fmla="*/ 181431 w 302078"/>
                <a:gd name="connsiteY1" fmla="*/ 0 h 324184"/>
                <a:gd name="connsiteX2" fmla="*/ 302079 w 302078"/>
                <a:gd name="connsiteY2" fmla="*/ 324185 h 324184"/>
                <a:gd name="connsiteX3" fmla="*/ 238991 w 302078"/>
                <a:gd name="connsiteY3" fmla="*/ 324185 h 324184"/>
                <a:gd name="connsiteX4" fmla="*/ 215503 w 302078"/>
                <a:gd name="connsiteY4" fmla="*/ 255111 h 324184"/>
                <a:gd name="connsiteX5" fmla="*/ 84732 w 302078"/>
                <a:gd name="connsiteY5" fmla="*/ 255111 h 324184"/>
                <a:gd name="connsiteX6" fmla="*/ 61244 w 302078"/>
                <a:gd name="connsiteY6" fmla="*/ 324185 h 324184"/>
                <a:gd name="connsiteX7" fmla="*/ 0 w 302078"/>
                <a:gd name="connsiteY7" fmla="*/ 324185 h 324184"/>
                <a:gd name="connsiteX8" fmla="*/ 120647 w 302078"/>
                <a:gd name="connsiteY8" fmla="*/ 0 h 324184"/>
                <a:gd name="connsiteX9" fmla="*/ 102686 w 302078"/>
                <a:gd name="connsiteY9" fmla="*/ 203538 h 324184"/>
                <a:gd name="connsiteX10" fmla="*/ 197542 w 302078"/>
                <a:gd name="connsiteY10" fmla="*/ 203538 h 324184"/>
                <a:gd name="connsiteX11" fmla="*/ 150575 w 302078"/>
                <a:gd name="connsiteY11" fmla="*/ 65859 h 324184"/>
                <a:gd name="connsiteX12" fmla="*/ 149654 w 302078"/>
                <a:gd name="connsiteY12" fmla="*/ 65859 h 324184"/>
                <a:gd name="connsiteX13" fmla="*/ 102686 w 302078"/>
                <a:gd name="connsiteY13" fmla="*/ 203538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02078" h="324184">
                  <a:moveTo>
                    <a:pt x="120647" y="0"/>
                  </a:moveTo>
                  <a:lnTo>
                    <a:pt x="181431" y="0"/>
                  </a:lnTo>
                  <a:lnTo>
                    <a:pt x="302079" y="324185"/>
                  </a:lnTo>
                  <a:lnTo>
                    <a:pt x="238991" y="324185"/>
                  </a:lnTo>
                  <a:lnTo>
                    <a:pt x="215503" y="255111"/>
                  </a:lnTo>
                  <a:lnTo>
                    <a:pt x="84732" y="255111"/>
                  </a:lnTo>
                  <a:lnTo>
                    <a:pt x="61244" y="324185"/>
                  </a:lnTo>
                  <a:lnTo>
                    <a:pt x="0" y="324185"/>
                  </a:lnTo>
                  <a:lnTo>
                    <a:pt x="120647" y="0"/>
                  </a:lnTo>
                  <a:close/>
                  <a:moveTo>
                    <a:pt x="102686" y="203538"/>
                  </a:moveTo>
                  <a:lnTo>
                    <a:pt x="197542" y="203538"/>
                  </a:lnTo>
                  <a:lnTo>
                    <a:pt x="150575" y="65859"/>
                  </a:lnTo>
                  <a:lnTo>
                    <a:pt x="149654" y="65859"/>
                  </a:lnTo>
                  <a:lnTo>
                    <a:pt x="102686" y="2035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3" name="Freihandform: Form 224">
              <a:extLst>
                <a:ext uri="{FF2B5EF4-FFF2-40B4-BE49-F238E27FC236}">
                  <a16:creationId xmlns:a16="http://schemas.microsoft.com/office/drawing/2014/main" id="{5B3BEB07-2489-4A48-84BB-0236C1FC7F1E}"/>
                </a:ext>
              </a:extLst>
            </p:cNvPr>
            <p:cNvSpPr/>
            <p:nvPr/>
          </p:nvSpPr>
          <p:spPr>
            <a:xfrm>
              <a:off x="6426787" y="1937383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4" name="Freihandform: Form 225">
              <a:extLst>
                <a:ext uri="{FF2B5EF4-FFF2-40B4-BE49-F238E27FC236}">
                  <a16:creationId xmlns:a16="http://schemas.microsoft.com/office/drawing/2014/main" id="{58EFC4A9-A6AE-D94A-9FCA-1E870AF480AC}"/>
                </a:ext>
              </a:extLst>
            </p:cNvPr>
            <p:cNvSpPr/>
            <p:nvPr/>
          </p:nvSpPr>
          <p:spPr>
            <a:xfrm>
              <a:off x="6541003" y="2039148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0 w 214130"/>
                <a:gd name="connsiteY3" fmla="*/ 119266 h 245899"/>
                <a:gd name="connsiteX4" fmla="*/ 213209 w 214130"/>
                <a:gd name="connsiteY4" fmla="*/ 141824 h 245899"/>
                <a:gd name="connsiteX5" fmla="*/ 55726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6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0" y="46968"/>
                    <a:pt x="214130" y="119266"/>
                  </a:cubicBezTo>
                  <a:cubicBezTo>
                    <a:pt x="214130" y="127095"/>
                    <a:pt x="213670" y="135385"/>
                    <a:pt x="213209" y="141824"/>
                  </a:cubicBezTo>
                  <a:lnTo>
                    <a:pt x="55726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31" y="233465"/>
                    <a:pt x="151487" y="245900"/>
                    <a:pt x="116033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72" y="65850"/>
                    <a:pt x="139990" y="45126"/>
                    <a:pt x="109134" y="45126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5" name="Freihandform: Form 226">
              <a:extLst>
                <a:ext uri="{FF2B5EF4-FFF2-40B4-BE49-F238E27FC236}">
                  <a16:creationId xmlns:a16="http://schemas.microsoft.com/office/drawing/2014/main" id="{E48A6423-991D-8746-A1FD-DDA39FD5868D}"/>
                </a:ext>
              </a:extLst>
            </p:cNvPr>
            <p:cNvSpPr/>
            <p:nvPr/>
          </p:nvSpPr>
          <p:spPr>
            <a:xfrm>
              <a:off x="6784224" y="2045127"/>
              <a:ext cx="224245" cy="234394"/>
            </a:xfrm>
            <a:custGeom>
              <a:avLst/>
              <a:gdLst>
                <a:gd name="connsiteX0" fmla="*/ 224245 w 224245"/>
                <a:gd name="connsiteY0" fmla="*/ 234395 h 234394"/>
                <a:gd name="connsiteX1" fmla="*/ 161619 w 224245"/>
                <a:gd name="connsiteY1" fmla="*/ 234395 h 234394"/>
                <a:gd name="connsiteX2" fmla="*/ 111427 w 224245"/>
                <a:gd name="connsiteY2" fmla="*/ 153346 h 234394"/>
                <a:gd name="connsiteX3" fmla="*/ 110515 w 224245"/>
                <a:gd name="connsiteY3" fmla="*/ 153346 h 234394"/>
                <a:gd name="connsiteX4" fmla="*/ 61697 w 224245"/>
                <a:gd name="connsiteY4" fmla="*/ 234395 h 234394"/>
                <a:gd name="connsiteX5" fmla="*/ 0 w 224245"/>
                <a:gd name="connsiteY5" fmla="*/ 234395 h 234394"/>
                <a:gd name="connsiteX6" fmla="*/ 80119 w 224245"/>
                <a:gd name="connsiteY6" fmla="*/ 112826 h 234394"/>
                <a:gd name="connsiteX7" fmla="*/ 5979 w 224245"/>
                <a:gd name="connsiteY7" fmla="*/ 0 h 234394"/>
                <a:gd name="connsiteX8" fmla="*/ 67684 w 224245"/>
                <a:gd name="connsiteY8" fmla="*/ 0 h 234394"/>
                <a:gd name="connsiteX9" fmla="*/ 111888 w 224245"/>
                <a:gd name="connsiteY9" fmla="*/ 71837 h 234394"/>
                <a:gd name="connsiteX10" fmla="*/ 112801 w 224245"/>
                <a:gd name="connsiteY10" fmla="*/ 71837 h 234394"/>
                <a:gd name="connsiteX11" fmla="*/ 156553 w 224245"/>
                <a:gd name="connsiteY11" fmla="*/ 0 h 234394"/>
                <a:gd name="connsiteX12" fmla="*/ 217337 w 224245"/>
                <a:gd name="connsiteY12" fmla="*/ 0 h 234394"/>
                <a:gd name="connsiteX13" fmla="*/ 143657 w 224245"/>
                <a:gd name="connsiteY13" fmla="*/ 111897 h 234394"/>
                <a:gd name="connsiteX14" fmla="*/ 224245 w 224245"/>
                <a:gd name="connsiteY14" fmla="*/ 234395 h 234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4245" h="234394">
                  <a:moveTo>
                    <a:pt x="224245" y="234395"/>
                  </a:moveTo>
                  <a:lnTo>
                    <a:pt x="161619" y="234395"/>
                  </a:lnTo>
                  <a:lnTo>
                    <a:pt x="111427" y="153346"/>
                  </a:lnTo>
                  <a:lnTo>
                    <a:pt x="110515" y="153346"/>
                  </a:lnTo>
                  <a:lnTo>
                    <a:pt x="61697" y="234395"/>
                  </a:lnTo>
                  <a:lnTo>
                    <a:pt x="0" y="234395"/>
                  </a:lnTo>
                  <a:lnTo>
                    <a:pt x="80119" y="112826"/>
                  </a:lnTo>
                  <a:lnTo>
                    <a:pt x="5979" y="0"/>
                  </a:lnTo>
                  <a:lnTo>
                    <a:pt x="67684" y="0"/>
                  </a:lnTo>
                  <a:lnTo>
                    <a:pt x="111888" y="71837"/>
                  </a:lnTo>
                  <a:lnTo>
                    <a:pt x="112801" y="71837"/>
                  </a:lnTo>
                  <a:lnTo>
                    <a:pt x="156553" y="0"/>
                  </a:lnTo>
                  <a:lnTo>
                    <a:pt x="217337" y="0"/>
                  </a:lnTo>
                  <a:lnTo>
                    <a:pt x="143657" y="111897"/>
                  </a:lnTo>
                  <a:lnTo>
                    <a:pt x="224245" y="234395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6" name="Freihandform: Form 227">
              <a:extLst>
                <a:ext uri="{FF2B5EF4-FFF2-40B4-BE49-F238E27FC236}">
                  <a16:creationId xmlns:a16="http://schemas.microsoft.com/office/drawing/2014/main" id="{F59FF282-2547-8149-9273-1F267A013CDA}"/>
                </a:ext>
              </a:extLst>
            </p:cNvPr>
            <p:cNvSpPr/>
            <p:nvPr/>
          </p:nvSpPr>
          <p:spPr>
            <a:xfrm>
              <a:off x="7037149" y="2039148"/>
              <a:ext cx="198924" cy="245899"/>
            </a:xfrm>
            <a:custGeom>
              <a:avLst/>
              <a:gdLst>
                <a:gd name="connsiteX0" fmla="*/ 100835 w 198924"/>
                <a:gd name="connsiteY0" fmla="*/ 94856 h 245899"/>
                <a:gd name="connsiteX1" fmla="*/ 145039 w 198924"/>
                <a:gd name="connsiteY1" fmla="*/ 99922 h 245899"/>
                <a:gd name="connsiteX2" fmla="*/ 145039 w 198924"/>
                <a:gd name="connsiteY2" fmla="*/ 91633 h 245899"/>
                <a:gd name="connsiteX3" fmla="*/ 93466 w 198924"/>
                <a:gd name="connsiteY3" fmla="*/ 46047 h 245899"/>
                <a:gd name="connsiteX4" fmla="*/ 34064 w 198924"/>
                <a:gd name="connsiteY4" fmla="*/ 59402 h 245899"/>
                <a:gd name="connsiteX5" fmla="*/ 22090 w 198924"/>
                <a:gd name="connsiteY5" fmla="*/ 13356 h 245899"/>
                <a:gd name="connsiteX6" fmla="*/ 98993 w 198924"/>
                <a:gd name="connsiteY6" fmla="*/ 0 h 245899"/>
                <a:gd name="connsiteX7" fmla="*/ 198924 w 198924"/>
                <a:gd name="connsiteY7" fmla="*/ 90712 h 245899"/>
                <a:gd name="connsiteX8" fmla="*/ 198924 w 198924"/>
                <a:gd name="connsiteY8" fmla="*/ 240373 h 245899"/>
                <a:gd name="connsiteX9" fmla="*/ 146882 w 198924"/>
                <a:gd name="connsiteY9" fmla="*/ 240373 h 245899"/>
                <a:gd name="connsiteX10" fmla="*/ 146882 w 198924"/>
                <a:gd name="connsiteY10" fmla="*/ 215504 h 245899"/>
                <a:gd name="connsiteX11" fmla="*/ 145969 w 198924"/>
                <a:gd name="connsiteY11" fmla="*/ 215504 h 245899"/>
                <a:gd name="connsiteX12" fmla="*/ 77356 w 198924"/>
                <a:gd name="connsiteY12" fmla="*/ 245900 h 245899"/>
                <a:gd name="connsiteX13" fmla="*/ 0 w 198924"/>
                <a:gd name="connsiteY13" fmla="*/ 171299 h 245899"/>
                <a:gd name="connsiteX14" fmla="*/ 100835 w 198924"/>
                <a:gd name="connsiteY14" fmla="*/ 94856 h 245899"/>
                <a:gd name="connsiteX15" fmla="*/ 91624 w 198924"/>
                <a:gd name="connsiteY15" fmla="*/ 204919 h 245899"/>
                <a:gd name="connsiteX16" fmla="*/ 145039 w 198924"/>
                <a:gd name="connsiteY16" fmla="*/ 176834 h 245899"/>
                <a:gd name="connsiteX17" fmla="*/ 145039 w 198924"/>
                <a:gd name="connsiteY17" fmla="*/ 135845 h 245899"/>
                <a:gd name="connsiteX18" fmla="*/ 106823 w 198924"/>
                <a:gd name="connsiteY18" fmla="*/ 131240 h 245899"/>
                <a:gd name="connsiteX19" fmla="*/ 52486 w 198924"/>
                <a:gd name="connsiteY19" fmla="*/ 169918 h 245899"/>
                <a:gd name="connsiteX20" fmla="*/ 91624 w 198924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4" h="245899">
                  <a:moveTo>
                    <a:pt x="100835" y="94856"/>
                  </a:moveTo>
                  <a:cubicBezTo>
                    <a:pt x="116025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2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46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0" y="204919"/>
                    <a:pt x="129842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9" y="131240"/>
                    <a:pt x="106823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8" y="191563"/>
                    <a:pt x="67684" y="204919"/>
                    <a:pt x="91624" y="204919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7" name="Freihandform: Form 228">
              <a:extLst>
                <a:ext uri="{FF2B5EF4-FFF2-40B4-BE49-F238E27FC236}">
                  <a16:creationId xmlns:a16="http://schemas.microsoft.com/office/drawing/2014/main" id="{816CFEE9-6F46-CF47-9D02-1033E89014F9}"/>
                </a:ext>
              </a:extLst>
            </p:cNvPr>
            <p:cNvSpPr/>
            <p:nvPr/>
          </p:nvSpPr>
          <p:spPr>
            <a:xfrm>
              <a:off x="7305540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0 w 201695"/>
                <a:gd name="connsiteY1" fmla="*/ 240373 h 240373"/>
                <a:gd name="connsiteX2" fmla="*/ 146890 w 201695"/>
                <a:gd name="connsiteY2" fmla="*/ 106370 h 240373"/>
                <a:gd name="connsiteX3" fmla="*/ 103607 w 201695"/>
                <a:gd name="connsiteY3" fmla="*/ 49270 h 240373"/>
                <a:gd name="connsiteX4" fmla="*/ 54797 w 201695"/>
                <a:gd name="connsiteY4" fmla="*/ 105918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0" y="240373"/>
                  </a:lnTo>
                  <a:lnTo>
                    <a:pt x="146890" y="106370"/>
                  </a:lnTo>
                  <a:cubicBezTo>
                    <a:pt x="146890" y="72298"/>
                    <a:pt x="136767" y="49270"/>
                    <a:pt x="103607" y="49270"/>
                  </a:cubicBezTo>
                  <a:cubicBezTo>
                    <a:pt x="65390" y="49270"/>
                    <a:pt x="54797" y="80588"/>
                    <a:pt x="54797" y="105918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8" name="Freihandform: Form 229">
              <a:extLst>
                <a:ext uri="{FF2B5EF4-FFF2-40B4-BE49-F238E27FC236}">
                  <a16:creationId xmlns:a16="http://schemas.microsoft.com/office/drawing/2014/main" id="{1E20B96E-EAE3-2746-8BD9-CF10523A0BE5}"/>
                </a:ext>
              </a:extLst>
            </p:cNvPr>
            <p:cNvSpPr/>
            <p:nvPr/>
          </p:nvSpPr>
          <p:spPr>
            <a:xfrm>
              <a:off x="7565198" y="1936931"/>
              <a:ext cx="219195" cy="348116"/>
            </a:xfrm>
            <a:custGeom>
              <a:avLst/>
              <a:gdLst>
                <a:gd name="connsiteX0" fmla="*/ 0 w 219195"/>
                <a:gd name="connsiteY0" fmla="*/ 224706 h 348116"/>
                <a:gd name="connsiteX1" fmla="*/ 95325 w 219195"/>
                <a:gd name="connsiteY1" fmla="*/ 102217 h 348116"/>
                <a:gd name="connsiteX2" fmla="*/ 163478 w 219195"/>
                <a:gd name="connsiteY2" fmla="*/ 133986 h 348116"/>
                <a:gd name="connsiteX3" fmla="*/ 164399 w 219195"/>
                <a:gd name="connsiteY3" fmla="*/ 133986 h 348116"/>
                <a:gd name="connsiteX4" fmla="*/ 164399 w 219195"/>
                <a:gd name="connsiteY4" fmla="*/ 13808 h 348116"/>
                <a:gd name="connsiteX5" fmla="*/ 219196 w 219195"/>
                <a:gd name="connsiteY5" fmla="*/ 0 h 348116"/>
                <a:gd name="connsiteX6" fmla="*/ 219196 w 219195"/>
                <a:gd name="connsiteY6" fmla="*/ 342590 h 348116"/>
                <a:gd name="connsiteX7" fmla="*/ 165781 w 219195"/>
                <a:gd name="connsiteY7" fmla="*/ 342590 h 348116"/>
                <a:gd name="connsiteX8" fmla="*/ 165781 w 219195"/>
                <a:gd name="connsiteY8" fmla="*/ 314957 h 348116"/>
                <a:gd name="connsiteX9" fmla="*/ 164859 w 219195"/>
                <a:gd name="connsiteY9" fmla="*/ 314957 h 348116"/>
                <a:gd name="connsiteX10" fmla="*/ 94404 w 219195"/>
                <a:gd name="connsiteY10" fmla="*/ 348117 h 348116"/>
                <a:gd name="connsiteX11" fmla="*/ 0 w 219195"/>
                <a:gd name="connsiteY11" fmla="*/ 224706 h 348116"/>
                <a:gd name="connsiteX12" fmla="*/ 54336 w 219195"/>
                <a:gd name="connsiteY12" fmla="*/ 224706 h 348116"/>
                <a:gd name="connsiteX13" fmla="*/ 108673 w 219195"/>
                <a:gd name="connsiteY13" fmla="*/ 299767 h 348116"/>
                <a:gd name="connsiteX14" fmla="*/ 164391 w 219195"/>
                <a:gd name="connsiteY14" fmla="*/ 268911 h 348116"/>
                <a:gd name="connsiteX15" fmla="*/ 164391 w 219195"/>
                <a:gd name="connsiteY15" fmla="*/ 183265 h 348116"/>
                <a:gd name="connsiteX16" fmla="*/ 108673 w 219195"/>
                <a:gd name="connsiteY16" fmla="*/ 151956 h 348116"/>
                <a:gd name="connsiteX17" fmla="*/ 54336 w 219195"/>
                <a:gd name="connsiteY17" fmla="*/ 224706 h 34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5" h="348116">
                  <a:moveTo>
                    <a:pt x="0" y="224706"/>
                  </a:moveTo>
                  <a:cubicBezTo>
                    <a:pt x="0" y="149185"/>
                    <a:pt x="38217" y="102217"/>
                    <a:pt x="95325" y="102217"/>
                  </a:cubicBezTo>
                  <a:cubicBezTo>
                    <a:pt x="124800" y="102217"/>
                    <a:pt x="147828" y="114643"/>
                    <a:pt x="163478" y="133986"/>
                  </a:cubicBezTo>
                  <a:lnTo>
                    <a:pt x="164399" y="133986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0"/>
                  </a:lnTo>
                  <a:lnTo>
                    <a:pt x="165781" y="342590"/>
                  </a:lnTo>
                  <a:lnTo>
                    <a:pt x="165781" y="314957"/>
                  </a:lnTo>
                  <a:lnTo>
                    <a:pt x="164859" y="314957"/>
                  </a:lnTo>
                  <a:cubicBezTo>
                    <a:pt x="147828" y="335682"/>
                    <a:pt x="123418" y="348117"/>
                    <a:pt x="94404" y="348117"/>
                  </a:cubicBezTo>
                  <a:cubicBezTo>
                    <a:pt x="38686" y="348117"/>
                    <a:pt x="0" y="300689"/>
                    <a:pt x="0" y="224706"/>
                  </a:cubicBezTo>
                  <a:close/>
                  <a:moveTo>
                    <a:pt x="54336" y="224706"/>
                  </a:moveTo>
                  <a:cubicBezTo>
                    <a:pt x="54336" y="272595"/>
                    <a:pt x="74140" y="299767"/>
                    <a:pt x="108673" y="299767"/>
                  </a:cubicBezTo>
                  <a:cubicBezTo>
                    <a:pt x="129850" y="299767"/>
                    <a:pt x="147351" y="289635"/>
                    <a:pt x="164391" y="268911"/>
                  </a:cubicBezTo>
                  <a:lnTo>
                    <a:pt x="164391" y="183265"/>
                  </a:lnTo>
                  <a:cubicBezTo>
                    <a:pt x="148733" y="162088"/>
                    <a:pt x="130771" y="151956"/>
                    <a:pt x="108673" y="151956"/>
                  </a:cubicBezTo>
                  <a:cubicBezTo>
                    <a:pt x="73219" y="151956"/>
                    <a:pt x="54336" y="177739"/>
                    <a:pt x="54336" y="224706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9" name="Freihandform: Form 230">
              <a:extLst>
                <a:ext uri="{FF2B5EF4-FFF2-40B4-BE49-F238E27FC236}">
                  <a16:creationId xmlns:a16="http://schemas.microsoft.com/office/drawing/2014/main" id="{6696B870-4358-D749-8275-C5A5C43AEF41}"/>
                </a:ext>
              </a:extLst>
            </p:cNvPr>
            <p:cNvSpPr/>
            <p:nvPr/>
          </p:nvSpPr>
          <p:spPr>
            <a:xfrm>
              <a:off x="7843881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89 w 214130"/>
                <a:gd name="connsiteY10" fmla="*/ 101765 h 245899"/>
                <a:gd name="connsiteX11" fmla="*/ 161160 w 214130"/>
                <a:gd name="connsiteY11" fmla="*/ 101765 h 245899"/>
                <a:gd name="connsiteX12" fmla="*/ 109125 w 214130"/>
                <a:gd name="connsiteY12" fmla="*/ 45126 h 245899"/>
                <a:gd name="connsiteX13" fmla="*/ 54789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8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23" y="233465"/>
                    <a:pt x="151496" y="245900"/>
                    <a:pt x="116034" y="245900"/>
                  </a:cubicBezTo>
                  <a:close/>
                  <a:moveTo>
                    <a:pt x="54789" y="101765"/>
                  </a:moveTo>
                  <a:lnTo>
                    <a:pt x="161160" y="101765"/>
                  </a:lnTo>
                  <a:cubicBezTo>
                    <a:pt x="158857" y="65850"/>
                    <a:pt x="139982" y="45126"/>
                    <a:pt x="109125" y="45126"/>
                  </a:cubicBezTo>
                  <a:cubicBezTo>
                    <a:pt x="78738" y="45134"/>
                    <a:pt x="59394" y="65390"/>
                    <a:pt x="54789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0" name="Freihandform: Form 231">
              <a:extLst>
                <a:ext uri="{FF2B5EF4-FFF2-40B4-BE49-F238E27FC236}">
                  <a16:creationId xmlns:a16="http://schemas.microsoft.com/office/drawing/2014/main" id="{7541E1D4-E2DB-C841-9670-483FB10DF092}"/>
                </a:ext>
              </a:extLst>
            </p:cNvPr>
            <p:cNvSpPr/>
            <p:nvPr/>
          </p:nvSpPr>
          <p:spPr>
            <a:xfrm>
              <a:off x="8117849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86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6 w 141832"/>
                <a:gd name="connsiteY7" fmla="*/ 5979 h 240364"/>
                <a:gd name="connsiteX8" fmla="*/ 53876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801" y="56631"/>
                    <a:pt x="114668" y="53868"/>
                    <a:pt x="102686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8" y="35454"/>
                  </a:lnTo>
                  <a:cubicBezTo>
                    <a:pt x="67224" y="13348"/>
                    <a:pt x="89330" y="0"/>
                    <a:pt x="116042" y="0"/>
                  </a:cubicBezTo>
                  <a:cubicBezTo>
                    <a:pt x="123871" y="-8"/>
                    <a:pt x="133534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1" name="Freihandform: Form 232">
              <a:extLst>
                <a:ext uri="{FF2B5EF4-FFF2-40B4-BE49-F238E27FC236}">
                  <a16:creationId xmlns:a16="http://schemas.microsoft.com/office/drawing/2014/main" id="{A5C2F266-9C7E-7146-B6EC-6AC33EF530AC}"/>
                </a:ext>
              </a:extLst>
            </p:cNvPr>
            <p:cNvSpPr/>
            <p:nvPr/>
          </p:nvSpPr>
          <p:spPr>
            <a:xfrm>
              <a:off x="8293771" y="2109603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2" name="Freihandform: Form 233">
              <a:extLst>
                <a:ext uri="{FF2B5EF4-FFF2-40B4-BE49-F238E27FC236}">
                  <a16:creationId xmlns:a16="http://schemas.microsoft.com/office/drawing/2014/main" id="{09ABAA67-7F97-9E42-8A1E-68BDB9FB9267}"/>
                </a:ext>
              </a:extLst>
            </p:cNvPr>
            <p:cNvSpPr/>
            <p:nvPr/>
          </p:nvSpPr>
          <p:spPr>
            <a:xfrm>
              <a:off x="8478811" y="1955336"/>
              <a:ext cx="253268" cy="329711"/>
            </a:xfrm>
            <a:custGeom>
              <a:avLst/>
              <a:gdLst>
                <a:gd name="connsiteX0" fmla="*/ 253268 w 253268"/>
                <a:gd name="connsiteY0" fmla="*/ 195708 h 329711"/>
                <a:gd name="connsiteX1" fmla="*/ 126174 w 253268"/>
                <a:gd name="connsiteY1" fmla="*/ 329712 h 329711"/>
                <a:gd name="connsiteX2" fmla="*/ 0 w 253268"/>
                <a:gd name="connsiteY2" fmla="*/ 195708 h 329711"/>
                <a:gd name="connsiteX3" fmla="*/ 0 w 253268"/>
                <a:gd name="connsiteY3" fmla="*/ 0 h 329711"/>
                <a:gd name="connsiteX4" fmla="*/ 58941 w 253268"/>
                <a:gd name="connsiteY4" fmla="*/ 0 h 329711"/>
                <a:gd name="connsiteX5" fmla="*/ 58941 w 253268"/>
                <a:gd name="connsiteY5" fmla="*/ 192485 h 329711"/>
                <a:gd name="connsiteX6" fmla="*/ 128016 w 253268"/>
                <a:gd name="connsiteY6" fmla="*/ 274446 h 329711"/>
                <a:gd name="connsiteX7" fmla="*/ 194795 w 253268"/>
                <a:gd name="connsiteY7" fmla="*/ 192485 h 329711"/>
                <a:gd name="connsiteX8" fmla="*/ 194795 w 253268"/>
                <a:gd name="connsiteY8" fmla="*/ 0 h 329711"/>
                <a:gd name="connsiteX9" fmla="*/ 253268 w 253268"/>
                <a:gd name="connsiteY9" fmla="*/ 0 h 329711"/>
                <a:gd name="connsiteX10" fmla="*/ 253268 w 253268"/>
                <a:gd name="connsiteY10" fmla="*/ 195708 h 329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268" h="329711">
                  <a:moveTo>
                    <a:pt x="253268" y="195708"/>
                  </a:moveTo>
                  <a:cubicBezTo>
                    <a:pt x="253268" y="273993"/>
                    <a:pt x="213209" y="329712"/>
                    <a:pt x="126174" y="329712"/>
                  </a:cubicBezTo>
                  <a:cubicBezTo>
                    <a:pt x="39599" y="329712"/>
                    <a:pt x="0" y="274446"/>
                    <a:pt x="0" y="195708"/>
                  </a:cubicBezTo>
                  <a:lnTo>
                    <a:pt x="0" y="0"/>
                  </a:lnTo>
                  <a:lnTo>
                    <a:pt x="58941" y="0"/>
                  </a:lnTo>
                  <a:lnTo>
                    <a:pt x="58941" y="192485"/>
                  </a:lnTo>
                  <a:cubicBezTo>
                    <a:pt x="58941" y="241294"/>
                    <a:pt x="80127" y="274446"/>
                    <a:pt x="128016" y="274446"/>
                  </a:cubicBezTo>
                  <a:cubicBezTo>
                    <a:pt x="175913" y="274446"/>
                    <a:pt x="194795" y="241755"/>
                    <a:pt x="194795" y="192485"/>
                  </a:cubicBezTo>
                  <a:lnTo>
                    <a:pt x="194795" y="0"/>
                  </a:lnTo>
                  <a:lnTo>
                    <a:pt x="253268" y="0"/>
                  </a:lnTo>
                  <a:lnTo>
                    <a:pt x="253268" y="195708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3" name="Freihandform: Form 234">
              <a:extLst>
                <a:ext uri="{FF2B5EF4-FFF2-40B4-BE49-F238E27FC236}">
                  <a16:creationId xmlns:a16="http://schemas.microsoft.com/office/drawing/2014/main" id="{0C20E9EC-874F-6A47-AF56-614A57812384}"/>
                </a:ext>
              </a:extLst>
            </p:cNvPr>
            <p:cNvSpPr/>
            <p:nvPr/>
          </p:nvSpPr>
          <p:spPr>
            <a:xfrm>
              <a:off x="8804838" y="2039148"/>
              <a:ext cx="201695" cy="240373"/>
            </a:xfrm>
            <a:custGeom>
              <a:avLst/>
              <a:gdLst>
                <a:gd name="connsiteX0" fmla="*/ 201696 w 201695"/>
                <a:gd name="connsiteY0" fmla="*/ 240373 h 240373"/>
                <a:gd name="connsiteX1" fmla="*/ 146898 w 201695"/>
                <a:gd name="connsiteY1" fmla="*/ 240373 h 240373"/>
                <a:gd name="connsiteX2" fmla="*/ 146898 w 201695"/>
                <a:gd name="connsiteY2" fmla="*/ 106370 h 240373"/>
                <a:gd name="connsiteX3" fmla="*/ 103607 w 201695"/>
                <a:gd name="connsiteY3" fmla="*/ 49270 h 240373"/>
                <a:gd name="connsiteX4" fmla="*/ 54798 w 201695"/>
                <a:gd name="connsiteY4" fmla="*/ 105918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73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73"/>
                  </a:moveTo>
                  <a:lnTo>
                    <a:pt x="146898" y="240373"/>
                  </a:lnTo>
                  <a:lnTo>
                    <a:pt x="146898" y="106370"/>
                  </a:lnTo>
                  <a:cubicBezTo>
                    <a:pt x="146898" y="72298"/>
                    <a:pt x="136767" y="49270"/>
                    <a:pt x="103607" y="49270"/>
                  </a:cubicBezTo>
                  <a:cubicBezTo>
                    <a:pt x="65390" y="49270"/>
                    <a:pt x="54798" y="80588"/>
                    <a:pt x="54798" y="105918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7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4" name="Freihandform: Form 235">
              <a:extLst>
                <a:ext uri="{FF2B5EF4-FFF2-40B4-BE49-F238E27FC236}">
                  <a16:creationId xmlns:a16="http://schemas.microsoft.com/office/drawing/2014/main" id="{517AD172-0C5D-074C-80DC-4928DDC7DAEE}"/>
                </a:ext>
              </a:extLst>
            </p:cNvPr>
            <p:cNvSpPr/>
            <p:nvPr/>
          </p:nvSpPr>
          <p:spPr>
            <a:xfrm>
              <a:off x="9068273" y="1941059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2 w 69534"/>
                <a:gd name="connsiteY1" fmla="*/ 66311 h 338461"/>
                <a:gd name="connsiteX2" fmla="*/ 0 w 69534"/>
                <a:gd name="connsiteY2" fmla="*/ 33160 h 338461"/>
                <a:gd name="connsiteX3" fmla="*/ 34532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2" y="66311"/>
                  </a:cubicBezTo>
                  <a:cubicBezTo>
                    <a:pt x="15649" y="66311"/>
                    <a:pt x="0" y="52503"/>
                    <a:pt x="0" y="33160"/>
                  </a:cubicBezTo>
                  <a:cubicBezTo>
                    <a:pt x="0" y="14277"/>
                    <a:pt x="15649" y="0"/>
                    <a:pt x="34532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5" name="Freihandform: Form 236">
              <a:extLst>
                <a:ext uri="{FF2B5EF4-FFF2-40B4-BE49-F238E27FC236}">
                  <a16:creationId xmlns:a16="http://schemas.microsoft.com/office/drawing/2014/main" id="{F83B4445-BA44-524F-8A90-7C87FA14F917}"/>
                </a:ext>
              </a:extLst>
            </p:cNvPr>
            <p:cNvSpPr/>
            <p:nvPr/>
          </p:nvSpPr>
          <p:spPr>
            <a:xfrm>
              <a:off x="9176921" y="2045135"/>
              <a:ext cx="227478" cy="234386"/>
            </a:xfrm>
            <a:custGeom>
              <a:avLst/>
              <a:gdLst>
                <a:gd name="connsiteX0" fmla="*/ 227478 w 227478"/>
                <a:gd name="connsiteY0" fmla="*/ 0 h 234386"/>
                <a:gd name="connsiteX1" fmla="*/ 142284 w 227478"/>
                <a:gd name="connsiteY1" fmla="*/ 234386 h 234386"/>
                <a:gd name="connsiteX2" fmla="*/ 85185 w 227478"/>
                <a:gd name="connsiteY2" fmla="*/ 234386 h 234386"/>
                <a:gd name="connsiteX3" fmla="*/ 0 w 227478"/>
                <a:gd name="connsiteY3" fmla="*/ 0 h 234386"/>
                <a:gd name="connsiteX4" fmla="*/ 60323 w 227478"/>
                <a:gd name="connsiteY4" fmla="*/ 0 h 234386"/>
                <a:gd name="connsiteX5" fmla="*/ 114199 w 227478"/>
                <a:gd name="connsiteY5" fmla="*/ 170387 h 234386"/>
                <a:gd name="connsiteX6" fmla="*/ 115120 w 227478"/>
                <a:gd name="connsiteY6" fmla="*/ 170387 h 234386"/>
                <a:gd name="connsiteX7" fmla="*/ 168997 w 227478"/>
                <a:gd name="connsiteY7" fmla="*/ 0 h 234386"/>
                <a:gd name="connsiteX8" fmla="*/ 227478 w 227478"/>
                <a:gd name="connsiteY8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7478" h="234386">
                  <a:moveTo>
                    <a:pt x="227478" y="0"/>
                  </a:moveTo>
                  <a:lnTo>
                    <a:pt x="142284" y="234386"/>
                  </a:lnTo>
                  <a:lnTo>
                    <a:pt x="85185" y="234386"/>
                  </a:lnTo>
                  <a:lnTo>
                    <a:pt x="0" y="0"/>
                  </a:lnTo>
                  <a:lnTo>
                    <a:pt x="60323" y="0"/>
                  </a:lnTo>
                  <a:lnTo>
                    <a:pt x="114199" y="170387"/>
                  </a:lnTo>
                  <a:lnTo>
                    <a:pt x="115120" y="170387"/>
                  </a:lnTo>
                  <a:lnTo>
                    <a:pt x="168997" y="0"/>
                  </a:lnTo>
                  <a:lnTo>
                    <a:pt x="227478" y="0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6" name="Freihandform: Form 237">
              <a:extLst>
                <a:ext uri="{FF2B5EF4-FFF2-40B4-BE49-F238E27FC236}">
                  <a16:creationId xmlns:a16="http://schemas.microsoft.com/office/drawing/2014/main" id="{856184B0-C1E3-5C4B-84B8-12C7F0316EEF}"/>
                </a:ext>
              </a:extLst>
            </p:cNvPr>
            <p:cNvSpPr/>
            <p:nvPr/>
          </p:nvSpPr>
          <p:spPr>
            <a:xfrm>
              <a:off x="9429904" y="2039148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27 w 214130"/>
                <a:gd name="connsiteY5" fmla="*/ 141824 h 245899"/>
                <a:gd name="connsiteX6" fmla="*/ 116511 w 214130"/>
                <a:gd name="connsiteY6" fmla="*/ 198924 h 245899"/>
                <a:gd name="connsiteX7" fmla="*/ 174072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8 w 214130"/>
                <a:gd name="connsiteY10" fmla="*/ 101765 h 245899"/>
                <a:gd name="connsiteX11" fmla="*/ 161168 w 214130"/>
                <a:gd name="connsiteY11" fmla="*/ 101765 h 245899"/>
                <a:gd name="connsiteX12" fmla="*/ 109134 w 214130"/>
                <a:gd name="connsiteY12" fmla="*/ 45126 h 245899"/>
                <a:gd name="connsiteX13" fmla="*/ 5479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500" y="245900"/>
                    <a:pt x="0" y="196621"/>
                    <a:pt x="0" y="122489"/>
                  </a:cubicBezTo>
                  <a:cubicBezTo>
                    <a:pt x="0" y="49739"/>
                    <a:pt x="44666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1" y="135385"/>
                    <a:pt x="213210" y="141824"/>
                  </a:cubicBezTo>
                  <a:lnTo>
                    <a:pt x="55727" y="141824"/>
                  </a:lnTo>
                  <a:cubicBezTo>
                    <a:pt x="61714" y="178208"/>
                    <a:pt x="83352" y="198924"/>
                    <a:pt x="116511" y="198924"/>
                  </a:cubicBezTo>
                  <a:cubicBezTo>
                    <a:pt x="138148" y="198924"/>
                    <a:pt x="155649" y="190634"/>
                    <a:pt x="174072" y="171291"/>
                  </a:cubicBezTo>
                  <a:lnTo>
                    <a:pt x="208144" y="207214"/>
                  </a:lnTo>
                  <a:cubicBezTo>
                    <a:pt x="181431" y="233465"/>
                    <a:pt x="151488" y="245900"/>
                    <a:pt x="116034" y="245900"/>
                  </a:cubicBezTo>
                  <a:close/>
                  <a:moveTo>
                    <a:pt x="54798" y="101765"/>
                  </a:moveTo>
                  <a:lnTo>
                    <a:pt x="161168" y="101765"/>
                  </a:lnTo>
                  <a:cubicBezTo>
                    <a:pt x="158873" y="65850"/>
                    <a:pt x="139990" y="45126"/>
                    <a:pt x="109134" y="45126"/>
                  </a:cubicBezTo>
                  <a:cubicBezTo>
                    <a:pt x="78738" y="45134"/>
                    <a:pt x="59394" y="65390"/>
                    <a:pt x="54798" y="10176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7" name="Freihandform: Form 238">
              <a:extLst>
                <a:ext uri="{FF2B5EF4-FFF2-40B4-BE49-F238E27FC236}">
                  <a16:creationId xmlns:a16="http://schemas.microsoft.com/office/drawing/2014/main" id="{8326E962-E744-2F46-9DD7-5963CAA651CD}"/>
                </a:ext>
              </a:extLst>
            </p:cNvPr>
            <p:cNvSpPr/>
            <p:nvPr/>
          </p:nvSpPr>
          <p:spPr>
            <a:xfrm>
              <a:off x="9703872" y="2039156"/>
              <a:ext cx="141832" cy="240364"/>
            </a:xfrm>
            <a:custGeom>
              <a:avLst/>
              <a:gdLst>
                <a:gd name="connsiteX0" fmla="*/ 141832 w 141832"/>
                <a:gd name="connsiteY0" fmla="*/ 5058 h 240364"/>
                <a:gd name="connsiteX1" fmla="*/ 133083 w 141832"/>
                <a:gd name="connsiteY1" fmla="*/ 61236 h 240364"/>
                <a:gd name="connsiteX2" fmla="*/ 102694 w 141832"/>
                <a:gd name="connsiteY2" fmla="*/ 53868 h 240364"/>
                <a:gd name="connsiteX3" fmla="*/ 54798 w 141832"/>
                <a:gd name="connsiteY3" fmla="*/ 120178 h 240364"/>
                <a:gd name="connsiteX4" fmla="*/ 54798 w 141832"/>
                <a:gd name="connsiteY4" fmla="*/ 240365 h 240364"/>
                <a:gd name="connsiteX5" fmla="*/ 0 w 141832"/>
                <a:gd name="connsiteY5" fmla="*/ 240365 h 240364"/>
                <a:gd name="connsiteX6" fmla="*/ 0 w 141832"/>
                <a:gd name="connsiteY6" fmla="*/ 5979 h 240364"/>
                <a:gd name="connsiteX7" fmla="*/ 53877 w 141832"/>
                <a:gd name="connsiteY7" fmla="*/ 5979 h 240364"/>
                <a:gd name="connsiteX8" fmla="*/ 53877 w 141832"/>
                <a:gd name="connsiteY8" fmla="*/ 35454 h 240364"/>
                <a:gd name="connsiteX9" fmla="*/ 54798 w 141832"/>
                <a:gd name="connsiteY9" fmla="*/ 35454 h 240364"/>
                <a:gd name="connsiteX10" fmla="*/ 116042 w 141832"/>
                <a:gd name="connsiteY10" fmla="*/ 0 h 240364"/>
                <a:gd name="connsiteX11" fmla="*/ 141832 w 141832"/>
                <a:gd name="connsiteY11" fmla="*/ 5058 h 240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4">
                  <a:moveTo>
                    <a:pt x="141832" y="5058"/>
                  </a:moveTo>
                  <a:lnTo>
                    <a:pt x="133083" y="61236"/>
                  </a:lnTo>
                  <a:cubicBezTo>
                    <a:pt x="124793" y="56631"/>
                    <a:pt x="114669" y="53868"/>
                    <a:pt x="102694" y="53868"/>
                  </a:cubicBezTo>
                  <a:cubicBezTo>
                    <a:pt x="64929" y="53868"/>
                    <a:pt x="54798" y="84264"/>
                    <a:pt x="54798" y="120178"/>
                  </a:cubicBezTo>
                  <a:lnTo>
                    <a:pt x="54798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7" y="5979"/>
                  </a:lnTo>
                  <a:lnTo>
                    <a:pt x="53877" y="35454"/>
                  </a:lnTo>
                  <a:lnTo>
                    <a:pt x="54798" y="35454"/>
                  </a:lnTo>
                  <a:cubicBezTo>
                    <a:pt x="67224" y="13348"/>
                    <a:pt x="89331" y="0"/>
                    <a:pt x="116042" y="0"/>
                  </a:cubicBezTo>
                  <a:cubicBezTo>
                    <a:pt x="123872" y="-8"/>
                    <a:pt x="133543" y="1373"/>
                    <a:pt x="141832" y="505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8" name="Freihandform: Form 239">
              <a:extLst>
                <a:ext uri="{FF2B5EF4-FFF2-40B4-BE49-F238E27FC236}">
                  <a16:creationId xmlns:a16="http://schemas.microsoft.com/office/drawing/2014/main" id="{DCB92FD4-2389-9140-A8F7-92248E9D6DF0}"/>
                </a:ext>
              </a:extLst>
            </p:cNvPr>
            <p:cNvSpPr/>
            <p:nvPr/>
          </p:nvSpPr>
          <p:spPr>
            <a:xfrm>
              <a:off x="9871287" y="2039148"/>
              <a:ext cx="180510" cy="245891"/>
            </a:xfrm>
            <a:custGeom>
              <a:avLst/>
              <a:gdLst>
                <a:gd name="connsiteX0" fmla="*/ 26234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2 h 245891"/>
                <a:gd name="connsiteX11" fmla="*/ 0 w 180510"/>
                <a:gd name="connsiteY11" fmla="*/ 217337 h 245891"/>
                <a:gd name="connsiteX12" fmla="*/ 26234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4" y="174063"/>
                  </a:moveTo>
                  <a:cubicBezTo>
                    <a:pt x="49261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82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2"/>
                    <a:pt x="90251" y="245892"/>
                  </a:cubicBezTo>
                  <a:cubicBezTo>
                    <a:pt x="58941" y="245892"/>
                    <a:pt x="27172" y="236220"/>
                    <a:pt x="0" y="217337"/>
                  </a:cubicBezTo>
                  <a:lnTo>
                    <a:pt x="26234" y="174063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9" name="Freihandform: Form 240">
              <a:extLst>
                <a:ext uri="{FF2B5EF4-FFF2-40B4-BE49-F238E27FC236}">
                  <a16:creationId xmlns:a16="http://schemas.microsoft.com/office/drawing/2014/main" id="{4171F757-5F70-944A-8817-6E94347704FF}"/>
                </a:ext>
              </a:extLst>
            </p:cNvPr>
            <p:cNvSpPr/>
            <p:nvPr/>
          </p:nvSpPr>
          <p:spPr>
            <a:xfrm>
              <a:off x="10103018" y="1941059"/>
              <a:ext cx="69535" cy="338461"/>
            </a:xfrm>
            <a:custGeom>
              <a:avLst/>
              <a:gdLst>
                <a:gd name="connsiteX0" fmla="*/ 69535 w 69535"/>
                <a:gd name="connsiteY0" fmla="*/ 33160 h 338461"/>
                <a:gd name="connsiteX1" fmla="*/ 34533 w 69535"/>
                <a:gd name="connsiteY1" fmla="*/ 66311 h 338461"/>
                <a:gd name="connsiteX2" fmla="*/ 0 w 69535"/>
                <a:gd name="connsiteY2" fmla="*/ 33160 h 338461"/>
                <a:gd name="connsiteX3" fmla="*/ 34533 w 69535"/>
                <a:gd name="connsiteY3" fmla="*/ 0 h 338461"/>
                <a:gd name="connsiteX4" fmla="*/ 69535 w 69535"/>
                <a:gd name="connsiteY4" fmla="*/ 33160 h 338461"/>
                <a:gd name="connsiteX5" fmla="*/ 62166 w 69535"/>
                <a:gd name="connsiteY5" fmla="*/ 338462 h 338461"/>
                <a:gd name="connsiteX6" fmla="*/ 7369 w 69535"/>
                <a:gd name="connsiteY6" fmla="*/ 338462 h 338461"/>
                <a:gd name="connsiteX7" fmla="*/ 7369 w 69535"/>
                <a:gd name="connsiteY7" fmla="*/ 104076 h 338461"/>
                <a:gd name="connsiteX8" fmla="*/ 62166 w 69535"/>
                <a:gd name="connsiteY8" fmla="*/ 104076 h 338461"/>
                <a:gd name="connsiteX9" fmla="*/ 62166 w 69535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5" h="338461">
                  <a:moveTo>
                    <a:pt x="69535" y="33160"/>
                  </a:moveTo>
                  <a:cubicBezTo>
                    <a:pt x="69535" y="52503"/>
                    <a:pt x="53877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7" y="0"/>
                    <a:pt x="69535" y="14277"/>
                    <a:pt x="69535" y="33160"/>
                  </a:cubicBezTo>
                  <a:close/>
                  <a:moveTo>
                    <a:pt x="62166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6" y="104076"/>
                  </a:lnTo>
                  <a:lnTo>
                    <a:pt x="62166" y="338462"/>
                  </a:ln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0" name="Freihandform: Form 241">
              <a:extLst>
                <a:ext uri="{FF2B5EF4-FFF2-40B4-BE49-F238E27FC236}">
                  <a16:creationId xmlns:a16="http://schemas.microsoft.com/office/drawing/2014/main" id="{6257016F-8F9D-2E46-B394-E8FE7C9683F4}"/>
                </a:ext>
              </a:extLst>
            </p:cNvPr>
            <p:cNvSpPr/>
            <p:nvPr/>
          </p:nvSpPr>
          <p:spPr>
            <a:xfrm>
              <a:off x="10211675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1" name="Freihandform: Form 242">
              <a:extLst>
                <a:ext uri="{FF2B5EF4-FFF2-40B4-BE49-F238E27FC236}">
                  <a16:creationId xmlns:a16="http://schemas.microsoft.com/office/drawing/2014/main" id="{2BF30C56-C1B7-7544-B1CF-EBBC924BE172}"/>
                </a:ext>
              </a:extLst>
            </p:cNvPr>
            <p:cNvSpPr/>
            <p:nvPr/>
          </p:nvSpPr>
          <p:spPr>
            <a:xfrm>
              <a:off x="10400449" y="1944744"/>
              <a:ext cx="198923" cy="340304"/>
            </a:xfrm>
            <a:custGeom>
              <a:avLst/>
              <a:gdLst>
                <a:gd name="connsiteX0" fmla="*/ 100835 w 198923"/>
                <a:gd name="connsiteY0" fmla="*/ 189261 h 340304"/>
                <a:gd name="connsiteX1" fmla="*/ 145040 w 198923"/>
                <a:gd name="connsiteY1" fmla="*/ 194327 h 340304"/>
                <a:gd name="connsiteX2" fmla="*/ 145040 w 198923"/>
                <a:gd name="connsiteY2" fmla="*/ 186037 h 340304"/>
                <a:gd name="connsiteX3" fmla="*/ 93466 w 198923"/>
                <a:gd name="connsiteY3" fmla="*/ 140451 h 340304"/>
                <a:gd name="connsiteX4" fmla="*/ 34064 w 198923"/>
                <a:gd name="connsiteY4" fmla="*/ 153807 h 340304"/>
                <a:gd name="connsiteX5" fmla="*/ 22090 w 198923"/>
                <a:gd name="connsiteY5" fmla="*/ 107760 h 340304"/>
                <a:gd name="connsiteX6" fmla="*/ 98993 w 198923"/>
                <a:gd name="connsiteY6" fmla="*/ 94404 h 340304"/>
                <a:gd name="connsiteX7" fmla="*/ 198924 w 198923"/>
                <a:gd name="connsiteY7" fmla="*/ 185116 h 340304"/>
                <a:gd name="connsiteX8" fmla="*/ 198924 w 198923"/>
                <a:gd name="connsiteY8" fmla="*/ 334778 h 340304"/>
                <a:gd name="connsiteX9" fmla="*/ 146882 w 198923"/>
                <a:gd name="connsiteY9" fmla="*/ 334778 h 340304"/>
                <a:gd name="connsiteX10" fmla="*/ 146882 w 198923"/>
                <a:gd name="connsiteY10" fmla="*/ 309908 h 340304"/>
                <a:gd name="connsiteX11" fmla="*/ 145969 w 198923"/>
                <a:gd name="connsiteY11" fmla="*/ 309908 h 340304"/>
                <a:gd name="connsiteX12" fmla="*/ 77356 w 198923"/>
                <a:gd name="connsiteY12" fmla="*/ 340304 h 340304"/>
                <a:gd name="connsiteX13" fmla="*/ 0 w 198923"/>
                <a:gd name="connsiteY13" fmla="*/ 265703 h 340304"/>
                <a:gd name="connsiteX14" fmla="*/ 100835 w 198923"/>
                <a:gd name="connsiteY14" fmla="*/ 189261 h 340304"/>
                <a:gd name="connsiteX15" fmla="*/ 56170 w 198923"/>
                <a:gd name="connsiteY15" fmla="*/ 64008 h 340304"/>
                <a:gd name="connsiteX16" fmla="*/ 23480 w 198923"/>
                <a:gd name="connsiteY16" fmla="*/ 32238 h 340304"/>
                <a:gd name="connsiteX17" fmla="*/ 56170 w 198923"/>
                <a:gd name="connsiteY17" fmla="*/ 0 h 340304"/>
                <a:gd name="connsiteX18" fmla="*/ 88861 w 198923"/>
                <a:gd name="connsiteY18" fmla="*/ 32238 h 340304"/>
                <a:gd name="connsiteX19" fmla="*/ 56170 w 198923"/>
                <a:gd name="connsiteY19" fmla="*/ 64008 h 340304"/>
                <a:gd name="connsiteX20" fmla="*/ 91624 w 198923"/>
                <a:gd name="connsiteY20" fmla="*/ 299324 h 340304"/>
                <a:gd name="connsiteX21" fmla="*/ 145040 w 198923"/>
                <a:gd name="connsiteY21" fmla="*/ 271238 h 340304"/>
                <a:gd name="connsiteX22" fmla="*/ 145040 w 198923"/>
                <a:gd name="connsiteY22" fmla="*/ 230250 h 340304"/>
                <a:gd name="connsiteX23" fmla="*/ 106823 w 198923"/>
                <a:gd name="connsiteY23" fmla="*/ 225644 h 340304"/>
                <a:gd name="connsiteX24" fmla="*/ 52486 w 198923"/>
                <a:gd name="connsiteY24" fmla="*/ 264322 h 340304"/>
                <a:gd name="connsiteX25" fmla="*/ 91624 w 198923"/>
                <a:gd name="connsiteY25" fmla="*/ 299324 h 340304"/>
                <a:gd name="connsiteX26" fmla="*/ 151948 w 198923"/>
                <a:gd name="connsiteY26" fmla="*/ 64008 h 340304"/>
                <a:gd name="connsiteX27" fmla="*/ 119258 w 198923"/>
                <a:gd name="connsiteY27" fmla="*/ 32238 h 340304"/>
                <a:gd name="connsiteX28" fmla="*/ 151948 w 198923"/>
                <a:gd name="connsiteY28" fmla="*/ 0 h 340304"/>
                <a:gd name="connsiteX29" fmla="*/ 184639 w 198923"/>
                <a:gd name="connsiteY29" fmla="*/ 32238 h 340304"/>
                <a:gd name="connsiteX30" fmla="*/ 151948 w 198923"/>
                <a:gd name="connsiteY30" fmla="*/ 64008 h 340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98923" h="340304">
                  <a:moveTo>
                    <a:pt x="100835" y="189261"/>
                  </a:moveTo>
                  <a:cubicBezTo>
                    <a:pt x="116026" y="189261"/>
                    <a:pt x="129851" y="190182"/>
                    <a:pt x="145040" y="194327"/>
                  </a:cubicBezTo>
                  <a:lnTo>
                    <a:pt x="145040" y="186037"/>
                  </a:lnTo>
                  <a:cubicBezTo>
                    <a:pt x="145040" y="156109"/>
                    <a:pt x="127539" y="140451"/>
                    <a:pt x="93466" y="140451"/>
                  </a:cubicBezTo>
                  <a:cubicBezTo>
                    <a:pt x="74584" y="140451"/>
                    <a:pt x="53407" y="145056"/>
                    <a:pt x="34064" y="153807"/>
                  </a:cubicBezTo>
                  <a:lnTo>
                    <a:pt x="22090" y="107760"/>
                  </a:lnTo>
                  <a:cubicBezTo>
                    <a:pt x="43727" y="99470"/>
                    <a:pt x="72282" y="94404"/>
                    <a:pt x="98993" y="94404"/>
                  </a:cubicBezTo>
                  <a:cubicBezTo>
                    <a:pt x="164844" y="94404"/>
                    <a:pt x="198924" y="125261"/>
                    <a:pt x="198924" y="185116"/>
                  </a:cubicBezTo>
                  <a:lnTo>
                    <a:pt x="198924" y="334778"/>
                  </a:lnTo>
                  <a:lnTo>
                    <a:pt x="146882" y="334778"/>
                  </a:lnTo>
                  <a:lnTo>
                    <a:pt x="146882" y="309908"/>
                  </a:lnTo>
                  <a:lnTo>
                    <a:pt x="145969" y="309908"/>
                  </a:lnTo>
                  <a:cubicBezTo>
                    <a:pt x="125705" y="330633"/>
                    <a:pt x="104528" y="340304"/>
                    <a:pt x="77356" y="340304"/>
                  </a:cubicBezTo>
                  <a:cubicBezTo>
                    <a:pt x="30388" y="340304"/>
                    <a:pt x="0" y="311290"/>
                    <a:pt x="0" y="265703"/>
                  </a:cubicBezTo>
                  <a:cubicBezTo>
                    <a:pt x="-8" y="215973"/>
                    <a:pt x="35446" y="189261"/>
                    <a:pt x="100835" y="189261"/>
                  </a:cubicBezTo>
                  <a:close/>
                  <a:moveTo>
                    <a:pt x="56170" y="64008"/>
                  </a:moveTo>
                  <a:cubicBezTo>
                    <a:pt x="38670" y="64008"/>
                    <a:pt x="23480" y="49270"/>
                    <a:pt x="23480" y="32238"/>
                  </a:cubicBezTo>
                  <a:cubicBezTo>
                    <a:pt x="23480" y="15198"/>
                    <a:pt x="38670" y="0"/>
                    <a:pt x="56170" y="0"/>
                  </a:cubicBezTo>
                  <a:cubicBezTo>
                    <a:pt x="73671" y="0"/>
                    <a:pt x="88861" y="15190"/>
                    <a:pt x="88861" y="32238"/>
                  </a:cubicBezTo>
                  <a:cubicBezTo>
                    <a:pt x="88861" y="49270"/>
                    <a:pt x="73671" y="64008"/>
                    <a:pt x="56170" y="64008"/>
                  </a:cubicBezTo>
                  <a:close/>
                  <a:moveTo>
                    <a:pt x="91624" y="299324"/>
                  </a:moveTo>
                  <a:cubicBezTo>
                    <a:pt x="111420" y="299324"/>
                    <a:pt x="129841" y="289652"/>
                    <a:pt x="145040" y="271238"/>
                  </a:cubicBezTo>
                  <a:lnTo>
                    <a:pt x="145040" y="230250"/>
                  </a:lnTo>
                  <a:cubicBezTo>
                    <a:pt x="132144" y="227026"/>
                    <a:pt x="118789" y="225644"/>
                    <a:pt x="106823" y="225644"/>
                  </a:cubicBezTo>
                  <a:cubicBezTo>
                    <a:pt x="72290" y="225644"/>
                    <a:pt x="52486" y="239452"/>
                    <a:pt x="52486" y="264322"/>
                  </a:cubicBezTo>
                  <a:cubicBezTo>
                    <a:pt x="52477" y="285968"/>
                    <a:pt x="67684" y="299324"/>
                    <a:pt x="91624" y="299324"/>
                  </a:cubicBezTo>
                  <a:close/>
                  <a:moveTo>
                    <a:pt x="151948" y="64008"/>
                  </a:moveTo>
                  <a:cubicBezTo>
                    <a:pt x="134447" y="64008"/>
                    <a:pt x="119258" y="49270"/>
                    <a:pt x="119258" y="32238"/>
                  </a:cubicBezTo>
                  <a:cubicBezTo>
                    <a:pt x="119258" y="15198"/>
                    <a:pt x="134447" y="0"/>
                    <a:pt x="151948" y="0"/>
                  </a:cubicBezTo>
                  <a:cubicBezTo>
                    <a:pt x="169448" y="0"/>
                    <a:pt x="184639" y="15190"/>
                    <a:pt x="184639" y="32238"/>
                  </a:cubicBezTo>
                  <a:cubicBezTo>
                    <a:pt x="184647" y="49270"/>
                    <a:pt x="169448" y="64008"/>
                    <a:pt x="151948" y="64008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2" name="Freihandform: Form 243">
              <a:extLst>
                <a:ext uri="{FF2B5EF4-FFF2-40B4-BE49-F238E27FC236}">
                  <a16:creationId xmlns:a16="http://schemas.microsoft.com/office/drawing/2014/main" id="{F7CD9617-8F30-4B49-A7E4-3EAC509775B5}"/>
                </a:ext>
              </a:extLst>
            </p:cNvPr>
            <p:cNvSpPr/>
            <p:nvPr/>
          </p:nvSpPr>
          <p:spPr>
            <a:xfrm>
              <a:off x="10641954" y="1969144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67" y="264791"/>
                    <a:pt x="145977" y="260185"/>
                  </a:cubicBezTo>
                  <a:close/>
                </a:path>
              </a:pathLst>
            </a:custGeom>
            <a:solidFill>
              <a:srgbClr val="041E42"/>
            </a:solidFill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3" name="Freihandform: Form 244">
              <a:extLst>
                <a:ext uri="{FF2B5EF4-FFF2-40B4-BE49-F238E27FC236}">
                  <a16:creationId xmlns:a16="http://schemas.microsoft.com/office/drawing/2014/main" id="{BAB093E7-3685-6340-B9B5-88D38A8D5923}"/>
                </a:ext>
              </a:extLst>
            </p:cNvPr>
            <p:cNvSpPr/>
            <p:nvPr/>
          </p:nvSpPr>
          <p:spPr>
            <a:xfrm>
              <a:off x="4034676" y="2461949"/>
              <a:ext cx="203537" cy="324184"/>
            </a:xfrm>
            <a:custGeom>
              <a:avLst/>
              <a:gdLst>
                <a:gd name="connsiteX0" fmla="*/ 203538 w 203537"/>
                <a:gd name="connsiteY0" fmla="*/ 52955 h 324184"/>
                <a:gd name="connsiteX1" fmla="*/ 57561 w 203537"/>
                <a:gd name="connsiteY1" fmla="*/ 52955 h 324184"/>
                <a:gd name="connsiteX2" fmla="*/ 57561 w 203537"/>
                <a:gd name="connsiteY2" fmla="*/ 133543 h 324184"/>
                <a:gd name="connsiteX3" fmla="*/ 166694 w 203537"/>
                <a:gd name="connsiteY3" fmla="*/ 133543 h 324184"/>
                <a:gd name="connsiteX4" fmla="*/ 166694 w 203537"/>
                <a:gd name="connsiteY4" fmla="*/ 186037 h 324184"/>
                <a:gd name="connsiteX5" fmla="*/ 57561 w 203537"/>
                <a:gd name="connsiteY5" fmla="*/ 186037 h 324184"/>
                <a:gd name="connsiteX6" fmla="*/ 57561 w 203537"/>
                <a:gd name="connsiteY6" fmla="*/ 324185 h 324184"/>
                <a:gd name="connsiteX7" fmla="*/ 0 w 203537"/>
                <a:gd name="connsiteY7" fmla="*/ 324185 h 324184"/>
                <a:gd name="connsiteX8" fmla="*/ 0 w 203537"/>
                <a:gd name="connsiteY8" fmla="*/ 0 h 324184"/>
                <a:gd name="connsiteX9" fmla="*/ 203538 w 203537"/>
                <a:gd name="connsiteY9" fmla="*/ 0 h 324184"/>
                <a:gd name="connsiteX10" fmla="*/ 203538 w 203537"/>
                <a:gd name="connsiteY10" fmla="*/ 52955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537" h="324184">
                  <a:moveTo>
                    <a:pt x="203538" y="52955"/>
                  </a:moveTo>
                  <a:lnTo>
                    <a:pt x="57561" y="52955"/>
                  </a:lnTo>
                  <a:lnTo>
                    <a:pt x="57561" y="133543"/>
                  </a:lnTo>
                  <a:lnTo>
                    <a:pt x="166694" y="133543"/>
                  </a:lnTo>
                  <a:lnTo>
                    <a:pt x="166694" y="186037"/>
                  </a:lnTo>
                  <a:lnTo>
                    <a:pt x="57561" y="186037"/>
                  </a:lnTo>
                  <a:lnTo>
                    <a:pt x="57561" y="324185"/>
                  </a:lnTo>
                  <a:lnTo>
                    <a:pt x="0" y="324185"/>
                  </a:lnTo>
                  <a:lnTo>
                    <a:pt x="0" y="0"/>
                  </a:lnTo>
                  <a:lnTo>
                    <a:pt x="203538" y="0"/>
                  </a:lnTo>
                  <a:lnTo>
                    <a:pt x="203538" y="5295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4" name="Freihandform: Form 245">
              <a:extLst>
                <a:ext uri="{FF2B5EF4-FFF2-40B4-BE49-F238E27FC236}">
                  <a16:creationId xmlns:a16="http://schemas.microsoft.com/office/drawing/2014/main" id="{0051B84B-023D-E74F-8E3A-F94E4A88C194}"/>
                </a:ext>
              </a:extLst>
            </p:cNvPr>
            <p:cNvSpPr/>
            <p:nvPr/>
          </p:nvSpPr>
          <p:spPr>
            <a:xfrm>
              <a:off x="4248564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94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5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27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52" y="132621"/>
                    <a:pt x="118796" y="131240"/>
                    <a:pt x="106822" y="131240"/>
                  </a:cubicBezTo>
                  <a:cubicBezTo>
                    <a:pt x="72289" y="131240"/>
                    <a:pt x="52494" y="145048"/>
                    <a:pt x="52494" y="169918"/>
                  </a:cubicBezTo>
                  <a:cubicBezTo>
                    <a:pt x="52494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5" name="Freihandform: Form 246">
              <a:extLst>
                <a:ext uri="{FF2B5EF4-FFF2-40B4-BE49-F238E27FC236}">
                  <a16:creationId xmlns:a16="http://schemas.microsoft.com/office/drawing/2014/main" id="{4BAFB966-823E-4F41-89AB-EA370343F181}"/>
                </a:ext>
              </a:extLst>
            </p:cNvPr>
            <p:cNvSpPr/>
            <p:nvPr/>
          </p:nvSpPr>
          <p:spPr>
            <a:xfrm>
              <a:off x="4504663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7 w 197542"/>
                <a:gd name="connsiteY5" fmla="*/ 75974 h 245899"/>
                <a:gd name="connsiteX6" fmla="*/ 112809 w 197542"/>
                <a:gd name="connsiteY6" fmla="*/ 50191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34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80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09" y="50191"/>
                  </a:cubicBezTo>
                  <a:cubicBezTo>
                    <a:pt x="78276" y="50191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71" y="196161"/>
                    <a:pt x="145509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6" name="Freihandform: Form 247">
              <a:extLst>
                <a:ext uri="{FF2B5EF4-FFF2-40B4-BE49-F238E27FC236}">
                  <a16:creationId xmlns:a16="http://schemas.microsoft.com/office/drawing/2014/main" id="{AF1CCB16-C922-9E43-86CB-2B2B1C376275}"/>
                </a:ext>
              </a:extLst>
            </p:cNvPr>
            <p:cNvSpPr/>
            <p:nvPr/>
          </p:nvSpPr>
          <p:spPr>
            <a:xfrm>
              <a:off x="4749206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8 w 201695"/>
                <a:gd name="connsiteY10" fmla="*/ 136298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298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8" y="136298"/>
                  </a:lnTo>
                  <a:cubicBezTo>
                    <a:pt x="69074" y="115573"/>
                    <a:pt x="93475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7" name="Freihandform: Form 248">
              <a:extLst>
                <a:ext uri="{FF2B5EF4-FFF2-40B4-BE49-F238E27FC236}">
                  <a16:creationId xmlns:a16="http://schemas.microsoft.com/office/drawing/2014/main" id="{A5B8446F-9D49-F741-8DDA-4EF3B3428618}"/>
                </a:ext>
              </a:extLst>
            </p:cNvPr>
            <p:cNvSpPr/>
            <p:nvPr/>
          </p:nvSpPr>
          <p:spPr>
            <a:xfrm>
              <a:off x="5020788" y="2443535"/>
              <a:ext cx="218735" cy="348125"/>
            </a:xfrm>
            <a:custGeom>
              <a:avLst/>
              <a:gdLst>
                <a:gd name="connsiteX0" fmla="*/ 218736 w 218735"/>
                <a:gd name="connsiteY0" fmla="*/ 223785 h 348125"/>
                <a:gd name="connsiteX1" fmla="*/ 122959 w 218735"/>
                <a:gd name="connsiteY1" fmla="*/ 348125 h 348125"/>
                <a:gd name="connsiteX2" fmla="*/ 53424 w 218735"/>
                <a:gd name="connsiteY2" fmla="*/ 315434 h 348125"/>
                <a:gd name="connsiteX3" fmla="*/ 52503 w 218735"/>
                <a:gd name="connsiteY3" fmla="*/ 315434 h 348125"/>
                <a:gd name="connsiteX4" fmla="*/ 52503 w 218735"/>
                <a:gd name="connsiteY4" fmla="*/ 342599 h 348125"/>
                <a:gd name="connsiteX5" fmla="*/ 0 w 218735"/>
                <a:gd name="connsiteY5" fmla="*/ 342599 h 348125"/>
                <a:gd name="connsiteX6" fmla="*/ 0 w 218735"/>
                <a:gd name="connsiteY6" fmla="*/ 13808 h 348125"/>
                <a:gd name="connsiteX7" fmla="*/ 54806 w 218735"/>
                <a:gd name="connsiteY7" fmla="*/ 0 h 348125"/>
                <a:gd name="connsiteX8" fmla="*/ 54806 w 218735"/>
                <a:gd name="connsiteY8" fmla="*/ 135376 h 348125"/>
                <a:gd name="connsiteX9" fmla="*/ 55719 w 218735"/>
                <a:gd name="connsiteY9" fmla="*/ 135376 h 348125"/>
                <a:gd name="connsiteX10" fmla="*/ 124332 w 218735"/>
                <a:gd name="connsiteY10" fmla="*/ 102225 h 348125"/>
                <a:gd name="connsiteX11" fmla="*/ 218736 w 218735"/>
                <a:gd name="connsiteY11" fmla="*/ 223785 h 348125"/>
                <a:gd name="connsiteX12" fmla="*/ 164852 w 218735"/>
                <a:gd name="connsiteY12" fmla="*/ 225167 h 348125"/>
                <a:gd name="connsiteX13" fmla="*/ 110055 w 218735"/>
                <a:gd name="connsiteY13" fmla="*/ 151487 h 348125"/>
                <a:gd name="connsiteX14" fmla="*/ 54797 w 218735"/>
                <a:gd name="connsiteY14" fmla="*/ 181883 h 348125"/>
                <a:gd name="connsiteX15" fmla="*/ 54797 w 218735"/>
                <a:gd name="connsiteY15" fmla="*/ 267537 h 348125"/>
                <a:gd name="connsiteX16" fmla="*/ 110507 w 218735"/>
                <a:gd name="connsiteY16" fmla="*/ 299315 h 348125"/>
                <a:gd name="connsiteX17" fmla="*/ 164852 w 218735"/>
                <a:gd name="connsiteY17" fmla="*/ 225167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8735" h="348125">
                  <a:moveTo>
                    <a:pt x="218736" y="223785"/>
                  </a:moveTo>
                  <a:cubicBezTo>
                    <a:pt x="218736" y="299315"/>
                    <a:pt x="180519" y="348125"/>
                    <a:pt x="122959" y="348125"/>
                  </a:cubicBezTo>
                  <a:cubicBezTo>
                    <a:pt x="93483" y="348125"/>
                    <a:pt x="69074" y="335690"/>
                    <a:pt x="53424" y="315434"/>
                  </a:cubicBezTo>
                  <a:lnTo>
                    <a:pt x="52503" y="315434"/>
                  </a:lnTo>
                  <a:lnTo>
                    <a:pt x="52503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806" y="0"/>
                  </a:lnTo>
                  <a:lnTo>
                    <a:pt x="54806" y="135376"/>
                  </a:lnTo>
                  <a:lnTo>
                    <a:pt x="55719" y="135376"/>
                  </a:lnTo>
                  <a:cubicBezTo>
                    <a:pt x="71377" y="114652"/>
                    <a:pt x="95317" y="102225"/>
                    <a:pt x="124332" y="102225"/>
                  </a:cubicBezTo>
                  <a:cubicBezTo>
                    <a:pt x="180510" y="102217"/>
                    <a:pt x="218736" y="147803"/>
                    <a:pt x="218736" y="223785"/>
                  </a:cubicBezTo>
                  <a:close/>
                  <a:moveTo>
                    <a:pt x="164852" y="225167"/>
                  </a:moveTo>
                  <a:cubicBezTo>
                    <a:pt x="164852" y="176826"/>
                    <a:pt x="145056" y="151487"/>
                    <a:pt x="110055" y="151487"/>
                  </a:cubicBezTo>
                  <a:cubicBezTo>
                    <a:pt x="88878" y="151487"/>
                    <a:pt x="71838" y="160707"/>
                    <a:pt x="54797" y="181883"/>
                  </a:cubicBezTo>
                  <a:lnTo>
                    <a:pt x="54797" y="267537"/>
                  </a:lnTo>
                  <a:cubicBezTo>
                    <a:pt x="70448" y="288262"/>
                    <a:pt x="87949" y="299315"/>
                    <a:pt x="110507" y="299315"/>
                  </a:cubicBezTo>
                  <a:cubicBezTo>
                    <a:pt x="145969" y="299307"/>
                    <a:pt x="164852" y="272134"/>
                    <a:pt x="164852" y="225167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8" name="Freihandform: Form 249">
              <a:extLst>
                <a:ext uri="{FF2B5EF4-FFF2-40B4-BE49-F238E27FC236}">
                  <a16:creationId xmlns:a16="http://schemas.microsoft.com/office/drawing/2014/main" id="{870A3657-DD27-0445-8C25-C01E47072770}"/>
                </a:ext>
              </a:extLst>
            </p:cNvPr>
            <p:cNvSpPr/>
            <p:nvPr/>
          </p:nvSpPr>
          <p:spPr>
            <a:xfrm>
              <a:off x="5287630" y="2545752"/>
              <a:ext cx="214138" cy="245899"/>
            </a:xfrm>
            <a:custGeom>
              <a:avLst/>
              <a:gdLst>
                <a:gd name="connsiteX0" fmla="*/ 116042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7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2 w 214138"/>
                <a:gd name="connsiteY8" fmla="*/ 207214 h 245899"/>
                <a:gd name="connsiteX9" fmla="*/ 116042 w 214138"/>
                <a:gd name="connsiteY9" fmla="*/ 245900 h 245899"/>
                <a:gd name="connsiteX10" fmla="*/ 54806 w 214138"/>
                <a:gd name="connsiteY10" fmla="*/ 101765 h 245899"/>
                <a:gd name="connsiteX11" fmla="*/ 161176 w 214138"/>
                <a:gd name="connsiteY11" fmla="*/ 101765 h 245899"/>
                <a:gd name="connsiteX12" fmla="*/ 109134 w 214138"/>
                <a:gd name="connsiteY12" fmla="*/ 45125 h 245899"/>
                <a:gd name="connsiteX13" fmla="*/ 54806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2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7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7" y="198924"/>
                    <a:pt x="155658" y="190634"/>
                    <a:pt x="174079" y="171291"/>
                  </a:cubicBezTo>
                  <a:lnTo>
                    <a:pt x="208152" y="207214"/>
                  </a:lnTo>
                  <a:cubicBezTo>
                    <a:pt x="181440" y="233465"/>
                    <a:pt x="151504" y="245900"/>
                    <a:pt x="116042" y="245900"/>
                  </a:cubicBezTo>
                  <a:close/>
                  <a:moveTo>
                    <a:pt x="54806" y="101765"/>
                  </a:moveTo>
                  <a:lnTo>
                    <a:pt x="161176" y="101765"/>
                  </a:lnTo>
                  <a:cubicBezTo>
                    <a:pt x="158873" y="65850"/>
                    <a:pt x="139990" y="45125"/>
                    <a:pt x="109134" y="45125"/>
                  </a:cubicBezTo>
                  <a:cubicBezTo>
                    <a:pt x="78746" y="45134"/>
                    <a:pt x="59411" y="65390"/>
                    <a:pt x="54806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9" name="Freihandform: Form 250">
              <a:extLst>
                <a:ext uri="{FF2B5EF4-FFF2-40B4-BE49-F238E27FC236}">
                  <a16:creationId xmlns:a16="http://schemas.microsoft.com/office/drawing/2014/main" id="{C4124434-9F18-8749-8CBA-7FFE97BD73C2}"/>
                </a:ext>
              </a:extLst>
            </p:cNvPr>
            <p:cNvSpPr/>
            <p:nvPr/>
          </p:nvSpPr>
          <p:spPr>
            <a:xfrm>
              <a:off x="5561607" y="2545769"/>
              <a:ext cx="141832" cy="240365"/>
            </a:xfrm>
            <a:custGeom>
              <a:avLst/>
              <a:gdLst>
                <a:gd name="connsiteX0" fmla="*/ 141833 w 141832"/>
                <a:gd name="connsiteY0" fmla="*/ 5049 h 240365"/>
                <a:gd name="connsiteX1" fmla="*/ 133082 w 141832"/>
                <a:gd name="connsiteY1" fmla="*/ 61228 h 240365"/>
                <a:gd name="connsiteX2" fmla="*/ 102686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34 w 141832"/>
                <a:gd name="connsiteY10" fmla="*/ 0 h 240365"/>
                <a:gd name="connsiteX11" fmla="*/ 141833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3" y="5049"/>
                  </a:moveTo>
                  <a:lnTo>
                    <a:pt x="133082" y="61228"/>
                  </a:lnTo>
                  <a:cubicBezTo>
                    <a:pt x="124792" y="56623"/>
                    <a:pt x="114661" y="53859"/>
                    <a:pt x="102686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4" y="13348"/>
                    <a:pt x="89330" y="0"/>
                    <a:pt x="116034" y="0"/>
                  </a:cubicBezTo>
                  <a:cubicBezTo>
                    <a:pt x="123879" y="-17"/>
                    <a:pt x="133543" y="1365"/>
                    <a:pt x="141833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0" name="Freihandform: Form 251">
              <a:extLst>
                <a:ext uri="{FF2B5EF4-FFF2-40B4-BE49-F238E27FC236}">
                  <a16:creationId xmlns:a16="http://schemas.microsoft.com/office/drawing/2014/main" id="{BE4F02D9-2693-4646-9E53-DF918A0EB149}"/>
                </a:ext>
              </a:extLst>
            </p:cNvPr>
            <p:cNvSpPr/>
            <p:nvPr/>
          </p:nvSpPr>
          <p:spPr>
            <a:xfrm>
              <a:off x="5733668" y="2545752"/>
              <a:ext cx="214138" cy="245899"/>
            </a:xfrm>
            <a:custGeom>
              <a:avLst/>
              <a:gdLst>
                <a:gd name="connsiteX0" fmla="*/ 116041 w 214138"/>
                <a:gd name="connsiteY0" fmla="*/ 245900 h 245899"/>
                <a:gd name="connsiteX1" fmla="*/ 0 w 214138"/>
                <a:gd name="connsiteY1" fmla="*/ 122489 h 245899"/>
                <a:gd name="connsiteX2" fmla="*/ 110063 w 214138"/>
                <a:gd name="connsiteY2" fmla="*/ 0 h 245899"/>
                <a:gd name="connsiteX3" fmla="*/ 214139 w 214138"/>
                <a:gd name="connsiteY3" fmla="*/ 119266 h 245899"/>
                <a:gd name="connsiteX4" fmla="*/ 213218 w 214138"/>
                <a:gd name="connsiteY4" fmla="*/ 141824 h 245899"/>
                <a:gd name="connsiteX5" fmla="*/ 55726 w 214138"/>
                <a:gd name="connsiteY5" fmla="*/ 141824 h 245899"/>
                <a:gd name="connsiteX6" fmla="*/ 116511 w 214138"/>
                <a:gd name="connsiteY6" fmla="*/ 198924 h 245899"/>
                <a:gd name="connsiteX7" fmla="*/ 174079 w 214138"/>
                <a:gd name="connsiteY7" fmla="*/ 171291 h 245899"/>
                <a:gd name="connsiteX8" fmla="*/ 208151 w 214138"/>
                <a:gd name="connsiteY8" fmla="*/ 207214 h 245899"/>
                <a:gd name="connsiteX9" fmla="*/ 116041 w 214138"/>
                <a:gd name="connsiteY9" fmla="*/ 245900 h 245899"/>
                <a:gd name="connsiteX10" fmla="*/ 54797 w 214138"/>
                <a:gd name="connsiteY10" fmla="*/ 101765 h 245899"/>
                <a:gd name="connsiteX11" fmla="*/ 161167 w 214138"/>
                <a:gd name="connsiteY11" fmla="*/ 101765 h 245899"/>
                <a:gd name="connsiteX12" fmla="*/ 109125 w 214138"/>
                <a:gd name="connsiteY12" fmla="*/ 45125 h 245899"/>
                <a:gd name="connsiteX13" fmla="*/ 54797 w 214138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8" h="245899">
                  <a:moveTo>
                    <a:pt x="116041" y="245900"/>
                  </a:moveTo>
                  <a:cubicBezTo>
                    <a:pt x="46507" y="245900"/>
                    <a:pt x="0" y="196621"/>
                    <a:pt x="0" y="122489"/>
                  </a:cubicBezTo>
                  <a:cubicBezTo>
                    <a:pt x="0" y="49739"/>
                    <a:pt x="44673" y="0"/>
                    <a:pt x="110063" y="0"/>
                  </a:cubicBezTo>
                  <a:cubicBezTo>
                    <a:pt x="173150" y="0"/>
                    <a:pt x="214139" y="46968"/>
                    <a:pt x="214139" y="119266"/>
                  </a:cubicBezTo>
                  <a:cubicBezTo>
                    <a:pt x="214139" y="127095"/>
                    <a:pt x="213670" y="135385"/>
                    <a:pt x="213218" y="141824"/>
                  </a:cubicBezTo>
                  <a:lnTo>
                    <a:pt x="55726" y="141824"/>
                  </a:lnTo>
                  <a:cubicBezTo>
                    <a:pt x="61714" y="178207"/>
                    <a:pt x="83360" y="198924"/>
                    <a:pt x="116511" y="198924"/>
                  </a:cubicBezTo>
                  <a:cubicBezTo>
                    <a:pt x="138156" y="198924"/>
                    <a:pt x="155657" y="190634"/>
                    <a:pt x="174079" y="171291"/>
                  </a:cubicBezTo>
                  <a:lnTo>
                    <a:pt x="208151" y="207214"/>
                  </a:lnTo>
                  <a:cubicBezTo>
                    <a:pt x="181431" y="233465"/>
                    <a:pt x="151495" y="245900"/>
                    <a:pt x="116041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4" y="65850"/>
                    <a:pt x="139982" y="45125"/>
                    <a:pt x="109125" y="45125"/>
                  </a:cubicBezTo>
                  <a:cubicBezTo>
                    <a:pt x="78746" y="45134"/>
                    <a:pt x="59402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252">
              <a:extLst>
                <a:ext uri="{FF2B5EF4-FFF2-40B4-BE49-F238E27FC236}">
                  <a16:creationId xmlns:a16="http://schemas.microsoft.com/office/drawing/2014/main" id="{638B3A4F-4611-5942-8784-73DFF4DB7DD6}"/>
                </a:ext>
              </a:extLst>
            </p:cNvPr>
            <p:cNvSpPr/>
            <p:nvPr/>
          </p:nvSpPr>
          <p:spPr>
            <a:xfrm>
              <a:off x="5999489" y="2447663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53">
              <a:extLst>
                <a:ext uri="{FF2B5EF4-FFF2-40B4-BE49-F238E27FC236}">
                  <a16:creationId xmlns:a16="http://schemas.microsoft.com/office/drawing/2014/main" id="{8DEBDADB-4DAD-BA4E-949D-ECADBE6E57A8}"/>
                </a:ext>
              </a:extLst>
            </p:cNvPr>
            <p:cNvSpPr/>
            <p:nvPr/>
          </p:nvSpPr>
          <p:spPr>
            <a:xfrm>
              <a:off x="6120438" y="2545760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8 w 197542"/>
                <a:gd name="connsiteY1" fmla="*/ 245900 h 245899"/>
                <a:gd name="connsiteX2" fmla="*/ 0 w 197542"/>
                <a:gd name="connsiteY2" fmla="*/ 123871 h 245899"/>
                <a:gd name="connsiteX3" fmla="*/ 113279 w 197542"/>
                <a:gd name="connsiteY3" fmla="*/ 0 h 245899"/>
                <a:gd name="connsiteX4" fmla="*/ 197542 w 197542"/>
                <a:gd name="connsiteY4" fmla="*/ 40059 h 245899"/>
                <a:gd name="connsiteX5" fmla="*/ 159778 w 197542"/>
                <a:gd name="connsiteY5" fmla="*/ 75974 h 245899"/>
                <a:gd name="connsiteX6" fmla="*/ 112810 w 197542"/>
                <a:gd name="connsiteY6" fmla="*/ 50191 h 245899"/>
                <a:gd name="connsiteX7" fmla="*/ 54789 w 197542"/>
                <a:gd name="connsiteY7" fmla="*/ 122942 h 245899"/>
                <a:gd name="connsiteX8" fmla="*/ 112349 w 197542"/>
                <a:gd name="connsiteY8" fmla="*/ 196161 h 245899"/>
                <a:gd name="connsiteX9" fmla="*/ 160699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8" y="245900"/>
                    <a:pt x="112358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9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8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9" y="78737"/>
                    <a:pt x="54789" y="122942"/>
                  </a:cubicBezTo>
                  <a:cubicBezTo>
                    <a:pt x="54789" y="166694"/>
                    <a:pt x="78277" y="196161"/>
                    <a:pt x="112349" y="196161"/>
                  </a:cubicBezTo>
                  <a:cubicBezTo>
                    <a:pt x="130763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3" name="Freihandform: Form 254">
              <a:extLst>
                <a:ext uri="{FF2B5EF4-FFF2-40B4-BE49-F238E27FC236}">
                  <a16:creationId xmlns:a16="http://schemas.microsoft.com/office/drawing/2014/main" id="{D63D2EBA-E6BE-EE40-A4F9-901ABAE18641}"/>
                </a:ext>
              </a:extLst>
            </p:cNvPr>
            <p:cNvSpPr/>
            <p:nvPr/>
          </p:nvSpPr>
          <p:spPr>
            <a:xfrm>
              <a:off x="6364973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8 h 342598"/>
                <a:gd name="connsiteX10" fmla="*/ 55719 w 201695"/>
                <a:gd name="connsiteY10" fmla="*/ 136298 h 342598"/>
                <a:gd name="connsiteX11" fmla="*/ 124324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8"/>
                  </a:lnTo>
                  <a:lnTo>
                    <a:pt x="55719" y="136298"/>
                  </a:lnTo>
                  <a:cubicBezTo>
                    <a:pt x="69074" y="115573"/>
                    <a:pt x="93483" y="102225"/>
                    <a:pt x="124324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4" name="Freihandform: Form 255">
              <a:extLst>
                <a:ext uri="{FF2B5EF4-FFF2-40B4-BE49-F238E27FC236}">
                  <a16:creationId xmlns:a16="http://schemas.microsoft.com/office/drawing/2014/main" id="{5D21E38F-0C44-C245-B0AA-44A8F5144D50}"/>
                </a:ext>
              </a:extLst>
            </p:cNvPr>
            <p:cNvSpPr/>
            <p:nvPr/>
          </p:nvSpPr>
          <p:spPr>
            <a:xfrm>
              <a:off x="6751826" y="2461940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9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2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9 w 398768"/>
                <a:gd name="connsiteY9" fmla="*/ 0 h 324184"/>
                <a:gd name="connsiteX10" fmla="*/ 317260 w 398768"/>
                <a:gd name="connsiteY10" fmla="*/ 324185 h 324184"/>
                <a:gd name="connsiteX11" fmla="*/ 257858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9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2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9" y="0"/>
                  </a:lnTo>
                  <a:lnTo>
                    <a:pt x="317260" y="324185"/>
                  </a:lnTo>
                  <a:lnTo>
                    <a:pt x="257858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5" name="Freihandform: Form 256">
              <a:extLst>
                <a:ext uri="{FF2B5EF4-FFF2-40B4-BE49-F238E27FC236}">
                  <a16:creationId xmlns:a16="http://schemas.microsoft.com/office/drawing/2014/main" id="{3CC6A7CB-3E31-8541-8006-B5984A15B9ED}"/>
                </a:ext>
              </a:extLst>
            </p:cNvPr>
            <p:cNvSpPr/>
            <p:nvPr/>
          </p:nvSpPr>
          <p:spPr>
            <a:xfrm>
              <a:off x="7196759" y="2447663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6" name="Freihandform: Form 257">
              <a:extLst>
                <a:ext uri="{FF2B5EF4-FFF2-40B4-BE49-F238E27FC236}">
                  <a16:creationId xmlns:a16="http://schemas.microsoft.com/office/drawing/2014/main" id="{E74133E8-6F5E-5643-A6FC-F8D6234A9F2A}"/>
                </a:ext>
              </a:extLst>
            </p:cNvPr>
            <p:cNvSpPr/>
            <p:nvPr/>
          </p:nvSpPr>
          <p:spPr>
            <a:xfrm>
              <a:off x="7330586" y="2545769"/>
              <a:ext cx="141832" cy="240365"/>
            </a:xfrm>
            <a:custGeom>
              <a:avLst/>
              <a:gdLst>
                <a:gd name="connsiteX0" fmla="*/ 141832 w 141832"/>
                <a:gd name="connsiteY0" fmla="*/ 5049 h 240365"/>
                <a:gd name="connsiteX1" fmla="*/ 133082 w 141832"/>
                <a:gd name="connsiteY1" fmla="*/ 61228 h 240365"/>
                <a:gd name="connsiteX2" fmla="*/ 102694 w 141832"/>
                <a:gd name="connsiteY2" fmla="*/ 53859 h 240365"/>
                <a:gd name="connsiteX3" fmla="*/ 54797 w 141832"/>
                <a:gd name="connsiteY3" fmla="*/ 120170 h 240365"/>
                <a:gd name="connsiteX4" fmla="*/ 54797 w 141832"/>
                <a:gd name="connsiteY4" fmla="*/ 240365 h 240365"/>
                <a:gd name="connsiteX5" fmla="*/ 0 w 141832"/>
                <a:gd name="connsiteY5" fmla="*/ 240365 h 240365"/>
                <a:gd name="connsiteX6" fmla="*/ 0 w 141832"/>
                <a:gd name="connsiteY6" fmla="*/ 5979 h 240365"/>
                <a:gd name="connsiteX7" fmla="*/ 53876 w 141832"/>
                <a:gd name="connsiteY7" fmla="*/ 5979 h 240365"/>
                <a:gd name="connsiteX8" fmla="*/ 53876 w 141832"/>
                <a:gd name="connsiteY8" fmla="*/ 35454 h 240365"/>
                <a:gd name="connsiteX9" fmla="*/ 54797 w 141832"/>
                <a:gd name="connsiteY9" fmla="*/ 35454 h 240365"/>
                <a:gd name="connsiteX10" fmla="*/ 116041 w 141832"/>
                <a:gd name="connsiteY10" fmla="*/ 0 h 240365"/>
                <a:gd name="connsiteX11" fmla="*/ 141832 w 141832"/>
                <a:gd name="connsiteY11" fmla="*/ 5049 h 24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832" h="240365">
                  <a:moveTo>
                    <a:pt x="141832" y="5049"/>
                  </a:moveTo>
                  <a:lnTo>
                    <a:pt x="133082" y="61228"/>
                  </a:lnTo>
                  <a:cubicBezTo>
                    <a:pt x="124792" y="56623"/>
                    <a:pt x="114668" y="53859"/>
                    <a:pt x="102694" y="53859"/>
                  </a:cubicBezTo>
                  <a:cubicBezTo>
                    <a:pt x="64929" y="53859"/>
                    <a:pt x="54797" y="84256"/>
                    <a:pt x="54797" y="120170"/>
                  </a:cubicBezTo>
                  <a:lnTo>
                    <a:pt x="54797" y="240365"/>
                  </a:lnTo>
                  <a:lnTo>
                    <a:pt x="0" y="240365"/>
                  </a:lnTo>
                  <a:lnTo>
                    <a:pt x="0" y="5979"/>
                  </a:lnTo>
                  <a:lnTo>
                    <a:pt x="53876" y="5979"/>
                  </a:lnTo>
                  <a:lnTo>
                    <a:pt x="53876" y="35454"/>
                  </a:lnTo>
                  <a:lnTo>
                    <a:pt x="54797" y="35454"/>
                  </a:lnTo>
                  <a:cubicBezTo>
                    <a:pt x="67223" y="13348"/>
                    <a:pt x="89330" y="0"/>
                    <a:pt x="116041" y="0"/>
                  </a:cubicBezTo>
                  <a:cubicBezTo>
                    <a:pt x="123871" y="-17"/>
                    <a:pt x="133543" y="1365"/>
                    <a:pt x="141832" y="504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7" name="Freihandform: Form 258">
              <a:extLst>
                <a:ext uri="{FF2B5EF4-FFF2-40B4-BE49-F238E27FC236}">
                  <a16:creationId xmlns:a16="http://schemas.microsoft.com/office/drawing/2014/main" id="{75BE20D8-3438-9645-9840-F163373B96DD}"/>
                </a:ext>
              </a:extLst>
            </p:cNvPr>
            <p:cNvSpPr/>
            <p:nvPr/>
          </p:nvSpPr>
          <p:spPr>
            <a:xfrm>
              <a:off x="7506323" y="2475749"/>
              <a:ext cx="145977" cy="315903"/>
            </a:xfrm>
            <a:custGeom>
              <a:avLst/>
              <a:gdLst>
                <a:gd name="connsiteX0" fmla="*/ 145978 w 145977"/>
                <a:gd name="connsiteY0" fmla="*/ 260185 h 315903"/>
                <a:gd name="connsiteX1" fmla="*/ 145978 w 145977"/>
                <a:gd name="connsiteY1" fmla="*/ 307153 h 315903"/>
                <a:gd name="connsiteX2" fmla="*/ 99923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2 w 145977"/>
                <a:gd name="connsiteY15" fmla="*/ 268006 h 315903"/>
                <a:gd name="connsiteX16" fmla="*/ 145978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3" y="312680"/>
                    <a:pt x="116041" y="315903"/>
                    <a:pt x="99923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20" y="268006"/>
                    <a:pt x="115572" y="268006"/>
                  </a:cubicBezTo>
                  <a:cubicBezTo>
                    <a:pt x="125721" y="268015"/>
                    <a:pt x="136766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8" name="Freihandform: Form 259">
              <a:extLst>
                <a:ext uri="{FF2B5EF4-FFF2-40B4-BE49-F238E27FC236}">
                  <a16:creationId xmlns:a16="http://schemas.microsoft.com/office/drawing/2014/main" id="{518DD1CA-CA79-404C-AB78-4A6A4817AC4F}"/>
                </a:ext>
              </a:extLst>
            </p:cNvPr>
            <p:cNvSpPr/>
            <p:nvPr/>
          </p:nvSpPr>
          <p:spPr>
            <a:xfrm>
              <a:off x="7691154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3" y="53415"/>
                    <a:pt x="115121" y="46499"/>
                    <a:pt x="97159" y="46499"/>
                  </a:cubicBezTo>
                  <a:cubicBezTo>
                    <a:pt x="76896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9" name="Freihandform: Form 260">
              <a:extLst>
                <a:ext uri="{FF2B5EF4-FFF2-40B4-BE49-F238E27FC236}">
                  <a16:creationId xmlns:a16="http://schemas.microsoft.com/office/drawing/2014/main" id="{DC219028-8534-0E49-9417-0E8110EEF41C}"/>
                </a:ext>
              </a:extLst>
            </p:cNvPr>
            <p:cNvSpPr/>
            <p:nvPr/>
          </p:nvSpPr>
          <p:spPr>
            <a:xfrm>
              <a:off x="7916480" y="2545760"/>
              <a:ext cx="197541" cy="245899"/>
            </a:xfrm>
            <a:custGeom>
              <a:avLst/>
              <a:gdLst>
                <a:gd name="connsiteX0" fmla="*/ 196169 w 197541"/>
                <a:gd name="connsiteY0" fmla="*/ 208135 h 245899"/>
                <a:gd name="connsiteX1" fmla="*/ 112357 w 197541"/>
                <a:gd name="connsiteY1" fmla="*/ 245900 h 245899"/>
                <a:gd name="connsiteX2" fmla="*/ 0 w 197541"/>
                <a:gd name="connsiteY2" fmla="*/ 123871 h 245899"/>
                <a:gd name="connsiteX3" fmla="*/ 113278 w 197541"/>
                <a:gd name="connsiteY3" fmla="*/ 0 h 245899"/>
                <a:gd name="connsiteX4" fmla="*/ 197542 w 197541"/>
                <a:gd name="connsiteY4" fmla="*/ 40059 h 245899"/>
                <a:gd name="connsiteX5" fmla="*/ 159777 w 197541"/>
                <a:gd name="connsiteY5" fmla="*/ 75974 h 245899"/>
                <a:gd name="connsiteX6" fmla="*/ 112810 w 197541"/>
                <a:gd name="connsiteY6" fmla="*/ 50191 h 245899"/>
                <a:gd name="connsiteX7" fmla="*/ 54788 w 197541"/>
                <a:gd name="connsiteY7" fmla="*/ 122942 h 245899"/>
                <a:gd name="connsiteX8" fmla="*/ 112349 w 197541"/>
                <a:gd name="connsiteY8" fmla="*/ 196161 h 245899"/>
                <a:gd name="connsiteX9" fmla="*/ 160699 w 197541"/>
                <a:gd name="connsiteY9" fmla="*/ 170370 h 245899"/>
                <a:gd name="connsiteX10" fmla="*/ 196169 w 197541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1" h="245899">
                  <a:moveTo>
                    <a:pt x="196169" y="208135"/>
                  </a:moveTo>
                  <a:cubicBezTo>
                    <a:pt x="172680" y="233926"/>
                    <a:pt x="145977" y="245900"/>
                    <a:pt x="112357" y="245900"/>
                  </a:cubicBezTo>
                  <a:cubicBezTo>
                    <a:pt x="45126" y="245900"/>
                    <a:pt x="0" y="197551"/>
                    <a:pt x="0" y="123871"/>
                  </a:cubicBezTo>
                  <a:cubicBezTo>
                    <a:pt x="0" y="50191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59"/>
                  </a:cubicBezTo>
                  <a:lnTo>
                    <a:pt x="159777" y="75974"/>
                  </a:lnTo>
                  <a:cubicBezTo>
                    <a:pt x="145969" y="58012"/>
                    <a:pt x="131231" y="50191"/>
                    <a:pt x="112810" y="50191"/>
                  </a:cubicBezTo>
                  <a:cubicBezTo>
                    <a:pt x="78277" y="50191"/>
                    <a:pt x="54788" y="78737"/>
                    <a:pt x="54788" y="122942"/>
                  </a:cubicBezTo>
                  <a:cubicBezTo>
                    <a:pt x="54788" y="166694"/>
                    <a:pt x="78277" y="196161"/>
                    <a:pt x="112349" y="196161"/>
                  </a:cubicBezTo>
                  <a:cubicBezTo>
                    <a:pt x="130762" y="196161"/>
                    <a:pt x="145500" y="187871"/>
                    <a:pt x="160699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0" name="Freihandform: Form 261">
              <a:extLst>
                <a:ext uri="{FF2B5EF4-FFF2-40B4-BE49-F238E27FC236}">
                  <a16:creationId xmlns:a16="http://schemas.microsoft.com/office/drawing/2014/main" id="{690220AA-50CC-EE47-9E9C-AFBF9DBE8C87}"/>
                </a:ext>
              </a:extLst>
            </p:cNvPr>
            <p:cNvSpPr/>
            <p:nvPr/>
          </p:nvSpPr>
          <p:spPr>
            <a:xfrm>
              <a:off x="8161024" y="2443535"/>
              <a:ext cx="201695" cy="342598"/>
            </a:xfrm>
            <a:custGeom>
              <a:avLst/>
              <a:gdLst>
                <a:gd name="connsiteX0" fmla="*/ 201696 w 201695"/>
                <a:gd name="connsiteY0" fmla="*/ 342590 h 342598"/>
                <a:gd name="connsiteX1" fmla="*/ 146898 w 201695"/>
                <a:gd name="connsiteY1" fmla="*/ 342590 h 342598"/>
                <a:gd name="connsiteX2" fmla="*/ 146898 w 201695"/>
                <a:gd name="connsiteY2" fmla="*/ 208587 h 342598"/>
                <a:gd name="connsiteX3" fmla="*/ 103607 w 201695"/>
                <a:gd name="connsiteY3" fmla="*/ 151487 h 342598"/>
                <a:gd name="connsiteX4" fmla="*/ 54798 w 201695"/>
                <a:gd name="connsiteY4" fmla="*/ 208135 h 342598"/>
                <a:gd name="connsiteX5" fmla="*/ 54798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8 w 201695"/>
                <a:gd name="connsiteY8" fmla="*/ 0 h 342598"/>
                <a:gd name="connsiteX9" fmla="*/ 54798 w 201695"/>
                <a:gd name="connsiteY9" fmla="*/ 136298 h 342598"/>
                <a:gd name="connsiteX10" fmla="*/ 55719 w 201695"/>
                <a:gd name="connsiteY10" fmla="*/ 136298 h 342598"/>
                <a:gd name="connsiteX11" fmla="*/ 124332 w 201695"/>
                <a:gd name="connsiteY11" fmla="*/ 102225 h 342598"/>
                <a:gd name="connsiteX12" fmla="*/ 201688 w 201695"/>
                <a:gd name="connsiteY12" fmla="*/ 197082 h 342598"/>
                <a:gd name="connsiteX13" fmla="*/ 201688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6" y="342590"/>
                  </a:moveTo>
                  <a:lnTo>
                    <a:pt x="146898" y="342590"/>
                  </a:lnTo>
                  <a:lnTo>
                    <a:pt x="146898" y="208587"/>
                  </a:lnTo>
                  <a:cubicBezTo>
                    <a:pt x="146898" y="174054"/>
                    <a:pt x="136306" y="151487"/>
                    <a:pt x="103607" y="151487"/>
                  </a:cubicBezTo>
                  <a:cubicBezTo>
                    <a:pt x="65850" y="151487"/>
                    <a:pt x="54798" y="181423"/>
                    <a:pt x="54798" y="208135"/>
                  </a:cubicBezTo>
                  <a:lnTo>
                    <a:pt x="54798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8" y="0"/>
                  </a:lnTo>
                  <a:lnTo>
                    <a:pt x="54798" y="136298"/>
                  </a:lnTo>
                  <a:lnTo>
                    <a:pt x="55719" y="136298"/>
                  </a:lnTo>
                  <a:cubicBezTo>
                    <a:pt x="69074" y="115573"/>
                    <a:pt x="93484" y="102225"/>
                    <a:pt x="124332" y="102225"/>
                  </a:cubicBezTo>
                  <a:cubicBezTo>
                    <a:pt x="178660" y="102225"/>
                    <a:pt x="201688" y="142745"/>
                    <a:pt x="201688" y="197082"/>
                  </a:cubicBezTo>
                  <a:lnTo>
                    <a:pt x="201688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1" name="Freihandform: Form 262">
              <a:extLst>
                <a:ext uri="{FF2B5EF4-FFF2-40B4-BE49-F238E27FC236}">
                  <a16:creationId xmlns:a16="http://schemas.microsoft.com/office/drawing/2014/main" id="{5B4587E6-C227-384B-BF2A-E223D42EECED}"/>
                </a:ext>
              </a:extLst>
            </p:cNvPr>
            <p:cNvSpPr/>
            <p:nvPr/>
          </p:nvSpPr>
          <p:spPr>
            <a:xfrm>
              <a:off x="8416729" y="2545752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40 w 198923"/>
                <a:gd name="connsiteY1" fmla="*/ 99922 h 245899"/>
                <a:gd name="connsiteX2" fmla="*/ 145040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6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495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26" y="94856"/>
                    <a:pt x="129851" y="95778"/>
                    <a:pt x="145040" y="99922"/>
                  </a:cubicBezTo>
                  <a:lnTo>
                    <a:pt x="145040" y="91633"/>
                  </a:lnTo>
                  <a:cubicBezTo>
                    <a:pt x="145040" y="61705"/>
                    <a:pt x="127539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2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6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28" y="204919"/>
                    <a:pt x="129851" y="195248"/>
                    <a:pt x="145048" y="176834"/>
                  </a:cubicBezTo>
                  <a:lnTo>
                    <a:pt x="145048" y="135845"/>
                  </a:lnTo>
                  <a:cubicBezTo>
                    <a:pt x="132152" y="132621"/>
                    <a:pt x="118797" y="131240"/>
                    <a:pt x="106831" y="131240"/>
                  </a:cubicBezTo>
                  <a:cubicBezTo>
                    <a:pt x="72298" y="131240"/>
                    <a:pt x="52495" y="145048"/>
                    <a:pt x="52495" y="169918"/>
                  </a:cubicBezTo>
                  <a:cubicBezTo>
                    <a:pt x="52486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2" name="Freihandform: Form 263">
              <a:extLst>
                <a:ext uri="{FF2B5EF4-FFF2-40B4-BE49-F238E27FC236}">
                  <a16:creationId xmlns:a16="http://schemas.microsoft.com/office/drawing/2014/main" id="{5A99EA64-59E1-5247-B600-CE9508363E75}"/>
                </a:ext>
              </a:extLst>
            </p:cNvPr>
            <p:cNvSpPr/>
            <p:nvPr/>
          </p:nvSpPr>
          <p:spPr>
            <a:xfrm>
              <a:off x="8659530" y="2440295"/>
              <a:ext cx="143667" cy="345830"/>
            </a:xfrm>
            <a:custGeom>
              <a:avLst/>
              <a:gdLst>
                <a:gd name="connsiteX0" fmla="*/ 143667 w 143667"/>
                <a:gd name="connsiteY0" fmla="*/ 51582 h 345830"/>
                <a:gd name="connsiteX1" fmla="*/ 119727 w 143667"/>
                <a:gd name="connsiteY1" fmla="*/ 46976 h 345830"/>
                <a:gd name="connsiteX2" fmla="*/ 90712 w 143667"/>
                <a:gd name="connsiteY2" fmla="*/ 79667 h 345830"/>
                <a:gd name="connsiteX3" fmla="*/ 90712 w 143667"/>
                <a:gd name="connsiteY3" fmla="*/ 111445 h 345830"/>
                <a:gd name="connsiteX4" fmla="*/ 137228 w 143667"/>
                <a:gd name="connsiteY4" fmla="*/ 111445 h 345830"/>
                <a:gd name="connsiteX5" fmla="*/ 137228 w 143667"/>
                <a:gd name="connsiteY5" fmla="*/ 157031 h 345830"/>
                <a:gd name="connsiteX6" fmla="*/ 91173 w 143667"/>
                <a:gd name="connsiteY6" fmla="*/ 157031 h 345830"/>
                <a:gd name="connsiteX7" fmla="*/ 91173 w 143667"/>
                <a:gd name="connsiteY7" fmla="*/ 345831 h 345830"/>
                <a:gd name="connsiteX8" fmla="*/ 36375 w 143667"/>
                <a:gd name="connsiteY8" fmla="*/ 345831 h 345830"/>
                <a:gd name="connsiteX9" fmla="*/ 36375 w 143667"/>
                <a:gd name="connsiteY9" fmla="*/ 157031 h 345830"/>
                <a:gd name="connsiteX10" fmla="*/ 0 w 143667"/>
                <a:gd name="connsiteY10" fmla="*/ 157031 h 345830"/>
                <a:gd name="connsiteX11" fmla="*/ 0 w 143667"/>
                <a:gd name="connsiteY11" fmla="*/ 111445 h 345830"/>
                <a:gd name="connsiteX12" fmla="*/ 36375 w 143667"/>
                <a:gd name="connsiteY12" fmla="*/ 111445 h 345830"/>
                <a:gd name="connsiteX13" fmla="*/ 36375 w 143667"/>
                <a:gd name="connsiteY13" fmla="*/ 77824 h 345830"/>
                <a:gd name="connsiteX14" fmla="*/ 110976 w 143667"/>
                <a:gd name="connsiteY14" fmla="*/ 0 h 345830"/>
                <a:gd name="connsiteX15" fmla="*/ 143667 w 143667"/>
                <a:gd name="connsiteY15" fmla="*/ 5066 h 345830"/>
                <a:gd name="connsiteX16" fmla="*/ 143667 w 143667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67" h="345830">
                  <a:moveTo>
                    <a:pt x="143667" y="51582"/>
                  </a:moveTo>
                  <a:cubicBezTo>
                    <a:pt x="136298" y="48358"/>
                    <a:pt x="127548" y="46976"/>
                    <a:pt x="119727" y="46976"/>
                  </a:cubicBezTo>
                  <a:cubicBezTo>
                    <a:pt x="99001" y="46976"/>
                    <a:pt x="90712" y="57569"/>
                    <a:pt x="90712" y="79667"/>
                  </a:cubicBezTo>
                  <a:lnTo>
                    <a:pt x="90712" y="111445"/>
                  </a:lnTo>
                  <a:lnTo>
                    <a:pt x="137228" y="111445"/>
                  </a:lnTo>
                  <a:lnTo>
                    <a:pt x="137228" y="157031"/>
                  </a:lnTo>
                  <a:lnTo>
                    <a:pt x="91173" y="157031"/>
                  </a:lnTo>
                  <a:lnTo>
                    <a:pt x="91173" y="345831"/>
                  </a:lnTo>
                  <a:lnTo>
                    <a:pt x="36375" y="345831"/>
                  </a:lnTo>
                  <a:lnTo>
                    <a:pt x="36375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75" y="111445"/>
                  </a:lnTo>
                  <a:lnTo>
                    <a:pt x="36375" y="77824"/>
                  </a:lnTo>
                  <a:cubicBezTo>
                    <a:pt x="36375" y="29015"/>
                    <a:pt x="58481" y="0"/>
                    <a:pt x="110976" y="0"/>
                  </a:cubicBezTo>
                  <a:cubicBezTo>
                    <a:pt x="122951" y="0"/>
                    <a:pt x="134465" y="1382"/>
                    <a:pt x="143667" y="5066"/>
                  </a:cubicBezTo>
                  <a:lnTo>
                    <a:pt x="143667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3" name="Freihandform: Form 264">
              <a:extLst>
                <a:ext uri="{FF2B5EF4-FFF2-40B4-BE49-F238E27FC236}">
                  <a16:creationId xmlns:a16="http://schemas.microsoft.com/office/drawing/2014/main" id="{8C9FD534-6D70-E348-8C70-36FB5785AEF5}"/>
                </a:ext>
              </a:extLst>
            </p:cNvPr>
            <p:cNvSpPr/>
            <p:nvPr/>
          </p:nvSpPr>
          <p:spPr>
            <a:xfrm>
              <a:off x="8832370" y="2475749"/>
              <a:ext cx="145978" cy="315903"/>
            </a:xfrm>
            <a:custGeom>
              <a:avLst/>
              <a:gdLst>
                <a:gd name="connsiteX0" fmla="*/ 145978 w 145978"/>
                <a:gd name="connsiteY0" fmla="*/ 260185 h 315903"/>
                <a:gd name="connsiteX1" fmla="*/ 145978 w 145978"/>
                <a:gd name="connsiteY1" fmla="*/ 307153 h 315903"/>
                <a:gd name="connsiteX2" fmla="*/ 99923 w 145978"/>
                <a:gd name="connsiteY2" fmla="*/ 315903 h 315903"/>
                <a:gd name="connsiteX3" fmla="*/ 35915 w 145978"/>
                <a:gd name="connsiteY3" fmla="*/ 250053 h 315903"/>
                <a:gd name="connsiteX4" fmla="*/ 35915 w 145978"/>
                <a:gd name="connsiteY4" fmla="*/ 121577 h 315903"/>
                <a:gd name="connsiteX5" fmla="*/ 0 w 145978"/>
                <a:gd name="connsiteY5" fmla="*/ 121577 h 315903"/>
                <a:gd name="connsiteX6" fmla="*/ 0 w 145978"/>
                <a:gd name="connsiteY6" fmla="*/ 75991 h 315903"/>
                <a:gd name="connsiteX7" fmla="*/ 35454 w 145978"/>
                <a:gd name="connsiteY7" fmla="*/ 75991 h 315903"/>
                <a:gd name="connsiteX8" fmla="*/ 35454 w 145978"/>
                <a:gd name="connsiteY8" fmla="*/ 11983 h 315903"/>
                <a:gd name="connsiteX9" fmla="*/ 90252 w 145978"/>
                <a:gd name="connsiteY9" fmla="*/ 0 h 315903"/>
                <a:gd name="connsiteX10" fmla="*/ 90252 w 145978"/>
                <a:gd name="connsiteY10" fmla="*/ 75982 h 315903"/>
                <a:gd name="connsiteX11" fmla="*/ 145969 w 145978"/>
                <a:gd name="connsiteY11" fmla="*/ 75982 h 315903"/>
                <a:gd name="connsiteX12" fmla="*/ 145969 w 145978"/>
                <a:gd name="connsiteY12" fmla="*/ 121568 h 315903"/>
                <a:gd name="connsiteX13" fmla="*/ 90252 w 145978"/>
                <a:gd name="connsiteY13" fmla="*/ 121568 h 315903"/>
                <a:gd name="connsiteX14" fmla="*/ 90252 w 145978"/>
                <a:gd name="connsiteY14" fmla="*/ 237149 h 315903"/>
                <a:gd name="connsiteX15" fmla="*/ 115573 w 145978"/>
                <a:gd name="connsiteY15" fmla="*/ 268006 h 315903"/>
                <a:gd name="connsiteX16" fmla="*/ 145978 w 145978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8" h="315903">
                  <a:moveTo>
                    <a:pt x="145978" y="260185"/>
                  </a:moveTo>
                  <a:lnTo>
                    <a:pt x="145978" y="307153"/>
                  </a:lnTo>
                  <a:cubicBezTo>
                    <a:pt x="134004" y="312680"/>
                    <a:pt x="116042" y="315903"/>
                    <a:pt x="99923" y="315903"/>
                  </a:cubicBezTo>
                  <a:cubicBezTo>
                    <a:pt x="58481" y="315903"/>
                    <a:pt x="35915" y="292876"/>
                    <a:pt x="35915" y="250053"/>
                  </a:cubicBezTo>
                  <a:lnTo>
                    <a:pt x="35915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2" y="0"/>
                  </a:lnTo>
                  <a:lnTo>
                    <a:pt x="90252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2" y="121568"/>
                  </a:lnTo>
                  <a:lnTo>
                    <a:pt x="90252" y="237149"/>
                  </a:lnTo>
                  <a:cubicBezTo>
                    <a:pt x="90252" y="258795"/>
                    <a:pt x="97620" y="268006"/>
                    <a:pt x="115573" y="268006"/>
                  </a:cubicBezTo>
                  <a:cubicBezTo>
                    <a:pt x="125714" y="268015"/>
                    <a:pt x="136758" y="264791"/>
                    <a:pt x="145978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4" name="Freihandform: Form 265">
              <a:extLst>
                <a:ext uri="{FF2B5EF4-FFF2-40B4-BE49-F238E27FC236}">
                  <a16:creationId xmlns:a16="http://schemas.microsoft.com/office/drawing/2014/main" id="{CDEE3AA0-0CEC-CA45-A9E9-89B2B40BF9CE}"/>
                </a:ext>
              </a:extLst>
            </p:cNvPr>
            <p:cNvSpPr/>
            <p:nvPr/>
          </p:nvSpPr>
          <p:spPr>
            <a:xfrm>
              <a:off x="9017185" y="2545752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4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2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3" y="191563"/>
                    <a:pt x="71821" y="200314"/>
                    <a:pt x="92545" y="200314"/>
                  </a:cubicBezTo>
                  <a:cubicBezTo>
                    <a:pt x="112810" y="200314"/>
                    <a:pt x="127078" y="191103"/>
                    <a:pt x="127078" y="176826"/>
                  </a:cubicBezTo>
                  <a:cubicBezTo>
                    <a:pt x="127078" y="136766"/>
                    <a:pt x="9664" y="151035"/>
                    <a:pt x="9664" y="72750"/>
                  </a:cubicBezTo>
                  <a:cubicBezTo>
                    <a:pt x="9664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8" y="24401"/>
                  </a:cubicBezTo>
                  <a:lnTo>
                    <a:pt x="153338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2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66">
              <a:extLst>
                <a:ext uri="{FF2B5EF4-FFF2-40B4-BE49-F238E27FC236}">
                  <a16:creationId xmlns:a16="http://schemas.microsoft.com/office/drawing/2014/main" id="{9486445D-CB4F-7E4F-A962-6079F23EA814}"/>
                </a:ext>
              </a:extLst>
            </p:cNvPr>
            <p:cNvSpPr/>
            <p:nvPr/>
          </p:nvSpPr>
          <p:spPr>
            <a:xfrm>
              <a:off x="9240728" y="2616208"/>
              <a:ext cx="115119" cy="52033"/>
            </a:xfrm>
            <a:custGeom>
              <a:avLst/>
              <a:gdLst>
                <a:gd name="connsiteX0" fmla="*/ 115120 w 115119"/>
                <a:gd name="connsiteY0" fmla="*/ 52034 h 52033"/>
                <a:gd name="connsiteX1" fmla="*/ 0 w 115119"/>
                <a:gd name="connsiteY1" fmla="*/ 52034 h 52033"/>
                <a:gd name="connsiteX2" fmla="*/ 0 w 115119"/>
                <a:gd name="connsiteY2" fmla="*/ 0 h 52033"/>
                <a:gd name="connsiteX3" fmla="*/ 115120 w 115119"/>
                <a:gd name="connsiteY3" fmla="*/ 0 h 52033"/>
                <a:gd name="connsiteX4" fmla="*/ 115120 w 115119"/>
                <a:gd name="connsiteY4" fmla="*/ 52034 h 5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119" h="52033">
                  <a:moveTo>
                    <a:pt x="115120" y="52034"/>
                  </a:moveTo>
                  <a:lnTo>
                    <a:pt x="0" y="52034"/>
                  </a:lnTo>
                  <a:lnTo>
                    <a:pt x="0" y="0"/>
                  </a:lnTo>
                  <a:lnTo>
                    <a:pt x="115120" y="0"/>
                  </a:lnTo>
                  <a:lnTo>
                    <a:pt x="115120" y="52034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67">
              <a:extLst>
                <a:ext uri="{FF2B5EF4-FFF2-40B4-BE49-F238E27FC236}">
                  <a16:creationId xmlns:a16="http://schemas.microsoft.com/office/drawing/2014/main" id="{48012C14-3FD3-CF46-9A18-464E4A945BC2}"/>
                </a:ext>
              </a:extLst>
            </p:cNvPr>
            <p:cNvSpPr/>
            <p:nvPr/>
          </p:nvSpPr>
          <p:spPr>
            <a:xfrm>
              <a:off x="9550208" y="2551739"/>
              <a:ext cx="201686" cy="239921"/>
            </a:xfrm>
            <a:custGeom>
              <a:avLst/>
              <a:gdLst>
                <a:gd name="connsiteX0" fmla="*/ 54797 w 201686"/>
                <a:gd name="connsiteY0" fmla="*/ 140911 h 239921"/>
                <a:gd name="connsiteX1" fmla="*/ 101304 w 201686"/>
                <a:gd name="connsiteY1" fmla="*/ 190182 h 239921"/>
                <a:gd name="connsiteX2" fmla="*/ 146890 w 201686"/>
                <a:gd name="connsiteY2" fmla="*/ 140451 h 239921"/>
                <a:gd name="connsiteX3" fmla="*/ 146890 w 201686"/>
                <a:gd name="connsiteY3" fmla="*/ 8 h 239921"/>
                <a:gd name="connsiteX4" fmla="*/ 201687 w 201686"/>
                <a:gd name="connsiteY4" fmla="*/ 8 h 239921"/>
                <a:gd name="connsiteX5" fmla="*/ 201687 w 201686"/>
                <a:gd name="connsiteY5" fmla="*/ 142301 h 239921"/>
                <a:gd name="connsiteX6" fmla="*/ 102685 w 201686"/>
                <a:gd name="connsiteY6" fmla="*/ 239921 h 239921"/>
                <a:gd name="connsiteX7" fmla="*/ 0 w 201686"/>
                <a:gd name="connsiteY7" fmla="*/ 142754 h 239921"/>
                <a:gd name="connsiteX8" fmla="*/ 0 w 201686"/>
                <a:gd name="connsiteY8" fmla="*/ 0 h 239921"/>
                <a:gd name="connsiteX9" fmla="*/ 54797 w 201686"/>
                <a:gd name="connsiteY9" fmla="*/ 0 h 239921"/>
                <a:gd name="connsiteX10" fmla="*/ 54797 w 201686"/>
                <a:gd name="connsiteY10" fmla="*/ 140911 h 239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1686" h="239921">
                  <a:moveTo>
                    <a:pt x="54797" y="140911"/>
                  </a:moveTo>
                  <a:cubicBezTo>
                    <a:pt x="54797" y="173141"/>
                    <a:pt x="70916" y="190182"/>
                    <a:pt x="101304" y="190182"/>
                  </a:cubicBezTo>
                  <a:cubicBezTo>
                    <a:pt x="131240" y="190182"/>
                    <a:pt x="146890" y="173610"/>
                    <a:pt x="146890" y="140451"/>
                  </a:cubicBezTo>
                  <a:lnTo>
                    <a:pt x="146890" y="8"/>
                  </a:lnTo>
                  <a:lnTo>
                    <a:pt x="201687" y="8"/>
                  </a:lnTo>
                  <a:lnTo>
                    <a:pt x="201687" y="142301"/>
                  </a:lnTo>
                  <a:cubicBezTo>
                    <a:pt x="201687" y="203998"/>
                    <a:pt x="167155" y="239921"/>
                    <a:pt x="102685" y="239921"/>
                  </a:cubicBezTo>
                  <a:cubicBezTo>
                    <a:pt x="38678" y="239921"/>
                    <a:pt x="0" y="203998"/>
                    <a:pt x="0" y="142754"/>
                  </a:cubicBezTo>
                  <a:lnTo>
                    <a:pt x="0" y="0"/>
                  </a:lnTo>
                  <a:lnTo>
                    <a:pt x="54797" y="0"/>
                  </a:lnTo>
                  <a:lnTo>
                    <a:pt x="54797" y="14091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7" name="Freihandform: Form 268">
              <a:extLst>
                <a:ext uri="{FF2B5EF4-FFF2-40B4-BE49-F238E27FC236}">
                  <a16:creationId xmlns:a16="http://schemas.microsoft.com/office/drawing/2014/main" id="{AD0CF84B-D854-8F4C-B70C-355E3D946FA5}"/>
                </a:ext>
              </a:extLst>
            </p:cNvPr>
            <p:cNvSpPr/>
            <p:nvPr/>
          </p:nvSpPr>
          <p:spPr>
            <a:xfrm>
              <a:off x="9821371" y="2545760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89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8" name="Freihandform: Form 269">
              <a:extLst>
                <a:ext uri="{FF2B5EF4-FFF2-40B4-BE49-F238E27FC236}">
                  <a16:creationId xmlns:a16="http://schemas.microsoft.com/office/drawing/2014/main" id="{49802A93-BF86-5C42-9F59-2710320205CA}"/>
                </a:ext>
              </a:extLst>
            </p:cNvPr>
            <p:cNvSpPr/>
            <p:nvPr/>
          </p:nvSpPr>
          <p:spPr>
            <a:xfrm>
              <a:off x="10081021" y="2443527"/>
              <a:ext cx="219196" cy="348125"/>
            </a:xfrm>
            <a:custGeom>
              <a:avLst/>
              <a:gdLst>
                <a:gd name="connsiteX0" fmla="*/ 0 w 219196"/>
                <a:gd name="connsiteY0" fmla="*/ 224715 h 348125"/>
                <a:gd name="connsiteX1" fmla="*/ 95326 w 219196"/>
                <a:gd name="connsiteY1" fmla="*/ 102225 h 348125"/>
                <a:gd name="connsiteX2" fmla="*/ 163478 w 219196"/>
                <a:gd name="connsiteY2" fmla="*/ 133995 h 348125"/>
                <a:gd name="connsiteX3" fmla="*/ 164399 w 219196"/>
                <a:gd name="connsiteY3" fmla="*/ 133995 h 348125"/>
                <a:gd name="connsiteX4" fmla="*/ 164399 w 219196"/>
                <a:gd name="connsiteY4" fmla="*/ 13808 h 348125"/>
                <a:gd name="connsiteX5" fmla="*/ 219196 w 219196"/>
                <a:gd name="connsiteY5" fmla="*/ 0 h 348125"/>
                <a:gd name="connsiteX6" fmla="*/ 219196 w 219196"/>
                <a:gd name="connsiteY6" fmla="*/ 342598 h 348125"/>
                <a:gd name="connsiteX7" fmla="*/ 165781 w 219196"/>
                <a:gd name="connsiteY7" fmla="*/ 342598 h 348125"/>
                <a:gd name="connsiteX8" fmla="*/ 165781 w 219196"/>
                <a:gd name="connsiteY8" fmla="*/ 314965 h 348125"/>
                <a:gd name="connsiteX9" fmla="*/ 164860 w 219196"/>
                <a:gd name="connsiteY9" fmla="*/ 314965 h 348125"/>
                <a:gd name="connsiteX10" fmla="*/ 94405 w 219196"/>
                <a:gd name="connsiteY10" fmla="*/ 348125 h 348125"/>
                <a:gd name="connsiteX11" fmla="*/ 0 w 219196"/>
                <a:gd name="connsiteY11" fmla="*/ 224715 h 348125"/>
                <a:gd name="connsiteX12" fmla="*/ 54345 w 219196"/>
                <a:gd name="connsiteY12" fmla="*/ 224715 h 348125"/>
                <a:gd name="connsiteX13" fmla="*/ 108681 w 219196"/>
                <a:gd name="connsiteY13" fmla="*/ 299776 h 348125"/>
                <a:gd name="connsiteX14" fmla="*/ 164399 w 219196"/>
                <a:gd name="connsiteY14" fmla="*/ 268919 h 348125"/>
                <a:gd name="connsiteX15" fmla="*/ 164399 w 219196"/>
                <a:gd name="connsiteY15" fmla="*/ 183265 h 348125"/>
                <a:gd name="connsiteX16" fmla="*/ 108681 w 219196"/>
                <a:gd name="connsiteY16" fmla="*/ 151956 h 348125"/>
                <a:gd name="connsiteX17" fmla="*/ 54345 w 219196"/>
                <a:gd name="connsiteY17" fmla="*/ 224715 h 34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196" h="348125">
                  <a:moveTo>
                    <a:pt x="0" y="224715"/>
                  </a:moveTo>
                  <a:cubicBezTo>
                    <a:pt x="0" y="149193"/>
                    <a:pt x="38217" y="102225"/>
                    <a:pt x="95326" y="102225"/>
                  </a:cubicBezTo>
                  <a:cubicBezTo>
                    <a:pt x="124801" y="102225"/>
                    <a:pt x="147828" y="114652"/>
                    <a:pt x="163478" y="133995"/>
                  </a:cubicBezTo>
                  <a:lnTo>
                    <a:pt x="164399" y="133995"/>
                  </a:lnTo>
                  <a:lnTo>
                    <a:pt x="164399" y="13808"/>
                  </a:lnTo>
                  <a:lnTo>
                    <a:pt x="219196" y="0"/>
                  </a:lnTo>
                  <a:lnTo>
                    <a:pt x="219196" y="342598"/>
                  </a:lnTo>
                  <a:lnTo>
                    <a:pt x="165781" y="342598"/>
                  </a:lnTo>
                  <a:lnTo>
                    <a:pt x="165781" y="314965"/>
                  </a:lnTo>
                  <a:lnTo>
                    <a:pt x="164860" y="314965"/>
                  </a:lnTo>
                  <a:cubicBezTo>
                    <a:pt x="147828" y="335690"/>
                    <a:pt x="123419" y="348125"/>
                    <a:pt x="94405" y="348125"/>
                  </a:cubicBezTo>
                  <a:cubicBezTo>
                    <a:pt x="38686" y="348125"/>
                    <a:pt x="0" y="300697"/>
                    <a:pt x="0" y="224715"/>
                  </a:cubicBezTo>
                  <a:close/>
                  <a:moveTo>
                    <a:pt x="54345" y="224715"/>
                  </a:moveTo>
                  <a:cubicBezTo>
                    <a:pt x="54345" y="272603"/>
                    <a:pt x="74148" y="299776"/>
                    <a:pt x="108681" y="299776"/>
                  </a:cubicBezTo>
                  <a:cubicBezTo>
                    <a:pt x="129867" y="299776"/>
                    <a:pt x="147359" y="289644"/>
                    <a:pt x="164399" y="268919"/>
                  </a:cubicBezTo>
                  <a:lnTo>
                    <a:pt x="164399" y="183265"/>
                  </a:lnTo>
                  <a:cubicBezTo>
                    <a:pt x="148740" y="162088"/>
                    <a:pt x="130780" y="151956"/>
                    <a:pt x="108681" y="151956"/>
                  </a:cubicBezTo>
                  <a:cubicBezTo>
                    <a:pt x="73227" y="151965"/>
                    <a:pt x="54345" y="177747"/>
                    <a:pt x="54345" y="22471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9" name="Freihandform: Form 270">
              <a:extLst>
                <a:ext uri="{FF2B5EF4-FFF2-40B4-BE49-F238E27FC236}">
                  <a16:creationId xmlns:a16="http://schemas.microsoft.com/office/drawing/2014/main" id="{DC35609B-D174-134D-A90E-1D9891BE5E50}"/>
                </a:ext>
              </a:extLst>
            </p:cNvPr>
            <p:cNvSpPr/>
            <p:nvPr/>
          </p:nvSpPr>
          <p:spPr>
            <a:xfrm>
              <a:off x="4011188" y="2963018"/>
              <a:ext cx="227478" cy="335246"/>
            </a:xfrm>
            <a:custGeom>
              <a:avLst/>
              <a:gdLst>
                <a:gd name="connsiteX0" fmla="*/ 36383 w 227478"/>
                <a:gd name="connsiteY0" fmla="*/ 245900 h 335246"/>
                <a:gd name="connsiteX1" fmla="*/ 116963 w 227478"/>
                <a:gd name="connsiteY1" fmla="*/ 282283 h 335246"/>
                <a:gd name="connsiteX2" fmla="*/ 169465 w 227478"/>
                <a:gd name="connsiteY2" fmla="*/ 241755 h 335246"/>
                <a:gd name="connsiteX3" fmla="*/ 10593 w 227478"/>
                <a:gd name="connsiteY3" fmla="*/ 93944 h 335246"/>
                <a:gd name="connsiteX4" fmla="*/ 120656 w 227478"/>
                <a:gd name="connsiteY4" fmla="*/ 0 h 335246"/>
                <a:gd name="connsiteX5" fmla="*/ 225183 w 227478"/>
                <a:gd name="connsiteY5" fmla="*/ 39147 h 335246"/>
                <a:gd name="connsiteX6" fmla="*/ 188800 w 227478"/>
                <a:gd name="connsiteY6" fmla="*/ 83812 h 335246"/>
                <a:gd name="connsiteX7" fmla="*/ 117884 w 227478"/>
                <a:gd name="connsiteY7" fmla="*/ 52503 h 335246"/>
                <a:gd name="connsiteX8" fmla="*/ 68613 w 227478"/>
                <a:gd name="connsiteY8" fmla="*/ 88886 h 335246"/>
                <a:gd name="connsiteX9" fmla="*/ 227478 w 227478"/>
                <a:gd name="connsiteY9" fmla="*/ 237158 h 335246"/>
                <a:gd name="connsiteX10" fmla="*/ 115590 w 227478"/>
                <a:gd name="connsiteY10" fmla="*/ 335246 h 335246"/>
                <a:gd name="connsiteX11" fmla="*/ 0 w 227478"/>
                <a:gd name="connsiteY11" fmla="*/ 290573 h 335246"/>
                <a:gd name="connsiteX12" fmla="*/ 36383 w 227478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78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63" y="282283"/>
                  </a:cubicBezTo>
                  <a:cubicBezTo>
                    <a:pt x="147359" y="282283"/>
                    <a:pt x="169465" y="265243"/>
                    <a:pt x="169465" y="241755"/>
                  </a:cubicBezTo>
                  <a:cubicBezTo>
                    <a:pt x="169465" y="179589"/>
                    <a:pt x="10593" y="198932"/>
                    <a:pt x="10593" y="93944"/>
                  </a:cubicBezTo>
                  <a:cubicBezTo>
                    <a:pt x="10593" y="38226"/>
                    <a:pt x="55726" y="0"/>
                    <a:pt x="120656" y="0"/>
                  </a:cubicBezTo>
                  <a:cubicBezTo>
                    <a:pt x="159333" y="0"/>
                    <a:pt x="195256" y="13356"/>
                    <a:pt x="225183" y="39147"/>
                  </a:cubicBezTo>
                  <a:lnTo>
                    <a:pt x="188800" y="83812"/>
                  </a:lnTo>
                  <a:cubicBezTo>
                    <a:pt x="165312" y="63087"/>
                    <a:pt x="141832" y="52503"/>
                    <a:pt x="117884" y="52503"/>
                  </a:cubicBezTo>
                  <a:cubicBezTo>
                    <a:pt x="89338" y="52503"/>
                    <a:pt x="68613" y="67692"/>
                    <a:pt x="68613" y="88886"/>
                  </a:cubicBezTo>
                  <a:cubicBezTo>
                    <a:pt x="68613" y="147359"/>
                    <a:pt x="227478" y="128024"/>
                    <a:pt x="227478" y="237158"/>
                  </a:cubicBezTo>
                  <a:cubicBezTo>
                    <a:pt x="227478" y="295639"/>
                    <a:pt x="182352" y="335246"/>
                    <a:pt x="115590" y="335246"/>
                  </a:cubicBezTo>
                  <a:cubicBezTo>
                    <a:pt x="72758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0" name="Freihandform: Form 271">
              <a:extLst>
                <a:ext uri="{FF2B5EF4-FFF2-40B4-BE49-F238E27FC236}">
                  <a16:creationId xmlns:a16="http://schemas.microsoft.com/office/drawing/2014/main" id="{C7CD2D4A-4FF6-4F40-B6C4-48C6C6DFC62E}"/>
                </a:ext>
              </a:extLst>
            </p:cNvPr>
            <p:cNvSpPr/>
            <p:nvPr/>
          </p:nvSpPr>
          <p:spPr>
            <a:xfrm>
              <a:off x="4287334" y="3052356"/>
              <a:ext cx="225644" cy="245908"/>
            </a:xfrm>
            <a:custGeom>
              <a:avLst/>
              <a:gdLst>
                <a:gd name="connsiteX0" fmla="*/ 0 w 225644"/>
                <a:gd name="connsiteY0" fmla="*/ 122950 h 245908"/>
                <a:gd name="connsiteX1" fmla="*/ 113748 w 225644"/>
                <a:gd name="connsiteY1" fmla="*/ 0 h 245908"/>
                <a:gd name="connsiteX2" fmla="*/ 225644 w 225644"/>
                <a:gd name="connsiteY2" fmla="*/ 122950 h 245908"/>
                <a:gd name="connsiteX3" fmla="*/ 113748 w 225644"/>
                <a:gd name="connsiteY3" fmla="*/ 245908 h 245908"/>
                <a:gd name="connsiteX4" fmla="*/ 0 w 225644"/>
                <a:gd name="connsiteY4" fmla="*/ 122950 h 245908"/>
                <a:gd name="connsiteX5" fmla="*/ 171308 w 225644"/>
                <a:gd name="connsiteY5" fmla="*/ 123410 h 245908"/>
                <a:gd name="connsiteX6" fmla="*/ 112826 w 225644"/>
                <a:gd name="connsiteY6" fmla="*/ 49731 h 245908"/>
                <a:gd name="connsiteX7" fmla="*/ 54345 w 225644"/>
                <a:gd name="connsiteY7" fmla="*/ 122481 h 245908"/>
                <a:gd name="connsiteX8" fmla="*/ 113287 w 225644"/>
                <a:gd name="connsiteY8" fmla="*/ 196621 h 245908"/>
                <a:gd name="connsiteX9" fmla="*/ 171308 w 225644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44" h="245908">
                  <a:moveTo>
                    <a:pt x="0" y="122950"/>
                  </a:moveTo>
                  <a:cubicBezTo>
                    <a:pt x="0" y="49270"/>
                    <a:pt x="45586" y="0"/>
                    <a:pt x="113748" y="0"/>
                  </a:cubicBezTo>
                  <a:cubicBezTo>
                    <a:pt x="181440" y="0"/>
                    <a:pt x="225644" y="48349"/>
                    <a:pt x="225644" y="122950"/>
                  </a:cubicBezTo>
                  <a:cubicBezTo>
                    <a:pt x="225644" y="196629"/>
                    <a:pt x="181892" y="245908"/>
                    <a:pt x="113748" y="245908"/>
                  </a:cubicBezTo>
                  <a:cubicBezTo>
                    <a:pt x="46055" y="245900"/>
                    <a:pt x="0" y="197090"/>
                    <a:pt x="0" y="122950"/>
                  </a:cubicBezTo>
                  <a:close/>
                  <a:moveTo>
                    <a:pt x="171308" y="123410"/>
                  </a:moveTo>
                  <a:cubicBezTo>
                    <a:pt x="171308" y="77824"/>
                    <a:pt x="148741" y="49731"/>
                    <a:pt x="112826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12" y="196621"/>
                    <a:pt x="113287" y="196621"/>
                  </a:cubicBezTo>
                  <a:cubicBezTo>
                    <a:pt x="149202" y="196629"/>
                    <a:pt x="171308" y="168536"/>
                    <a:pt x="171308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1" name="Freihandform: Form 272">
              <a:extLst>
                <a:ext uri="{FF2B5EF4-FFF2-40B4-BE49-F238E27FC236}">
                  <a16:creationId xmlns:a16="http://schemas.microsoft.com/office/drawing/2014/main" id="{B7C75228-DB37-634E-8CAE-77AB84941F41}"/>
                </a:ext>
              </a:extLst>
            </p:cNvPr>
            <p:cNvSpPr/>
            <p:nvPr/>
          </p:nvSpPr>
          <p:spPr>
            <a:xfrm>
              <a:off x="4551790" y="3058352"/>
              <a:ext cx="185115" cy="234377"/>
            </a:xfrm>
            <a:custGeom>
              <a:avLst/>
              <a:gdLst>
                <a:gd name="connsiteX0" fmla="*/ 185108 w 185115"/>
                <a:gd name="connsiteY0" fmla="*/ 234378 h 234377"/>
                <a:gd name="connsiteX1" fmla="*/ 0 w 185115"/>
                <a:gd name="connsiteY1" fmla="*/ 234378 h 234377"/>
                <a:gd name="connsiteX2" fmla="*/ 0 w 185115"/>
                <a:gd name="connsiteY2" fmla="*/ 187410 h 234377"/>
                <a:gd name="connsiteX3" fmla="*/ 116963 w 185115"/>
                <a:gd name="connsiteY3" fmla="*/ 46968 h 234377"/>
                <a:gd name="connsiteX4" fmla="*/ 6900 w 185115"/>
                <a:gd name="connsiteY4" fmla="*/ 46968 h 234377"/>
                <a:gd name="connsiteX5" fmla="*/ 6900 w 185115"/>
                <a:gd name="connsiteY5" fmla="*/ 0 h 234377"/>
                <a:gd name="connsiteX6" fmla="*/ 183274 w 185115"/>
                <a:gd name="connsiteY6" fmla="*/ 0 h 234377"/>
                <a:gd name="connsiteX7" fmla="*/ 183274 w 185115"/>
                <a:gd name="connsiteY7" fmla="*/ 46968 h 234377"/>
                <a:gd name="connsiteX8" fmla="*/ 65850 w 185115"/>
                <a:gd name="connsiteY8" fmla="*/ 187410 h 234377"/>
                <a:gd name="connsiteX9" fmla="*/ 185116 w 185115"/>
                <a:gd name="connsiteY9" fmla="*/ 187410 h 234377"/>
                <a:gd name="connsiteX10" fmla="*/ 185116 w 185115"/>
                <a:gd name="connsiteY10" fmla="*/ 234378 h 234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115" h="234377">
                  <a:moveTo>
                    <a:pt x="185108" y="234378"/>
                  </a:moveTo>
                  <a:lnTo>
                    <a:pt x="0" y="234378"/>
                  </a:lnTo>
                  <a:lnTo>
                    <a:pt x="0" y="187410"/>
                  </a:lnTo>
                  <a:lnTo>
                    <a:pt x="116963" y="46968"/>
                  </a:lnTo>
                  <a:lnTo>
                    <a:pt x="6900" y="46968"/>
                  </a:lnTo>
                  <a:lnTo>
                    <a:pt x="6900" y="0"/>
                  </a:lnTo>
                  <a:lnTo>
                    <a:pt x="183274" y="0"/>
                  </a:lnTo>
                  <a:lnTo>
                    <a:pt x="183274" y="46968"/>
                  </a:lnTo>
                  <a:lnTo>
                    <a:pt x="65850" y="187410"/>
                  </a:lnTo>
                  <a:lnTo>
                    <a:pt x="185116" y="187410"/>
                  </a:lnTo>
                  <a:lnTo>
                    <a:pt x="185116" y="23437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2" name="Freihandform: Form 273">
              <a:extLst>
                <a:ext uri="{FF2B5EF4-FFF2-40B4-BE49-F238E27FC236}">
                  <a16:creationId xmlns:a16="http://schemas.microsoft.com/office/drawing/2014/main" id="{B3C430C1-7DCE-DA47-A008-CEBB09E9277E}"/>
                </a:ext>
              </a:extLst>
            </p:cNvPr>
            <p:cNvSpPr/>
            <p:nvPr/>
          </p:nvSpPr>
          <p:spPr>
            <a:xfrm>
              <a:off x="478624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8 w 69534"/>
                <a:gd name="connsiteY6" fmla="*/ 338462 h 338461"/>
                <a:gd name="connsiteX7" fmla="*/ 7368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84" y="66311"/>
                    <a:pt x="34533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33" y="0"/>
                  </a:cubicBezTo>
                  <a:cubicBezTo>
                    <a:pt x="53884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8" y="338462"/>
                  </a:lnTo>
                  <a:lnTo>
                    <a:pt x="7368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3" name="Freihandform: Form 274">
              <a:extLst>
                <a:ext uri="{FF2B5EF4-FFF2-40B4-BE49-F238E27FC236}">
                  <a16:creationId xmlns:a16="http://schemas.microsoft.com/office/drawing/2014/main" id="{8708F23F-8DA1-154F-A726-6F359BA14034}"/>
                </a:ext>
              </a:extLst>
            </p:cNvPr>
            <p:cNvSpPr/>
            <p:nvPr/>
          </p:nvSpPr>
          <p:spPr>
            <a:xfrm>
              <a:off x="4904378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90 w 198923"/>
                <a:gd name="connsiteY9" fmla="*/ 240373 h 245899"/>
                <a:gd name="connsiteX10" fmla="*/ 146890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33 w 198923"/>
                <a:gd name="connsiteY15" fmla="*/ 204919 h 245899"/>
                <a:gd name="connsiteX16" fmla="*/ 145048 w 198923"/>
                <a:gd name="connsiteY16" fmla="*/ 176834 h 245899"/>
                <a:gd name="connsiteX17" fmla="*/ 145048 w 198923"/>
                <a:gd name="connsiteY17" fmla="*/ 135845 h 245899"/>
                <a:gd name="connsiteX18" fmla="*/ 106831 w 198923"/>
                <a:gd name="connsiteY18" fmla="*/ 131240 h 245899"/>
                <a:gd name="connsiteX19" fmla="*/ 52503 w 198923"/>
                <a:gd name="connsiteY19" fmla="*/ 169918 h 245899"/>
                <a:gd name="connsiteX20" fmla="*/ 91633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50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47" y="46047"/>
                    <a:pt x="93466" y="46047"/>
                  </a:cubicBezTo>
                  <a:cubicBezTo>
                    <a:pt x="74592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36" y="5066"/>
                    <a:pt x="72281" y="0"/>
                    <a:pt x="98993" y="0"/>
                  </a:cubicBezTo>
                  <a:cubicBezTo>
                    <a:pt x="164843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90" y="240373"/>
                  </a:lnTo>
                  <a:lnTo>
                    <a:pt x="146890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96" y="245900"/>
                    <a:pt x="0" y="216885"/>
                    <a:pt x="0" y="171299"/>
                  </a:cubicBezTo>
                  <a:cubicBezTo>
                    <a:pt x="-8" y="121568"/>
                    <a:pt x="35454" y="94856"/>
                    <a:pt x="100835" y="94856"/>
                  </a:cubicBezTo>
                  <a:close/>
                  <a:moveTo>
                    <a:pt x="91633" y="204919"/>
                  </a:moveTo>
                  <a:cubicBezTo>
                    <a:pt x="111436" y="204919"/>
                    <a:pt x="129850" y="195248"/>
                    <a:pt x="145048" y="176834"/>
                  </a:cubicBezTo>
                  <a:lnTo>
                    <a:pt x="145048" y="135845"/>
                  </a:lnTo>
                  <a:cubicBezTo>
                    <a:pt x="132161" y="132621"/>
                    <a:pt x="118805" y="131240"/>
                    <a:pt x="106831" y="131240"/>
                  </a:cubicBezTo>
                  <a:cubicBezTo>
                    <a:pt x="72298" y="131240"/>
                    <a:pt x="52503" y="145048"/>
                    <a:pt x="52503" y="169918"/>
                  </a:cubicBezTo>
                  <a:cubicBezTo>
                    <a:pt x="52494" y="191563"/>
                    <a:pt x="67684" y="204919"/>
                    <a:pt x="91633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4" name="Freihandform: Form 275">
              <a:extLst>
                <a:ext uri="{FF2B5EF4-FFF2-40B4-BE49-F238E27FC236}">
                  <a16:creationId xmlns:a16="http://schemas.microsoft.com/office/drawing/2014/main" id="{C5C08DA7-5326-3B43-895E-8C683131D085}"/>
                </a:ext>
              </a:extLst>
            </p:cNvPr>
            <p:cNvSpPr/>
            <p:nvPr/>
          </p:nvSpPr>
          <p:spPr>
            <a:xfrm>
              <a:off x="5173423" y="2950592"/>
              <a:ext cx="54797" cy="342137"/>
            </a:xfrm>
            <a:custGeom>
              <a:avLst/>
              <a:gdLst>
                <a:gd name="connsiteX0" fmla="*/ 54797 w 54797"/>
                <a:gd name="connsiteY0" fmla="*/ 342138 h 342137"/>
                <a:gd name="connsiteX1" fmla="*/ 0 w 54797"/>
                <a:gd name="connsiteY1" fmla="*/ 342138 h 342137"/>
                <a:gd name="connsiteX2" fmla="*/ 0 w 54797"/>
                <a:gd name="connsiteY2" fmla="*/ 12426 h 342137"/>
                <a:gd name="connsiteX3" fmla="*/ 54797 w 54797"/>
                <a:gd name="connsiteY3" fmla="*/ 0 h 342137"/>
                <a:gd name="connsiteX4" fmla="*/ 54797 w 54797"/>
                <a:gd name="connsiteY4" fmla="*/ 342138 h 342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797" h="342137">
                  <a:moveTo>
                    <a:pt x="54797" y="342138"/>
                  </a:moveTo>
                  <a:lnTo>
                    <a:pt x="0" y="342138"/>
                  </a:lnTo>
                  <a:lnTo>
                    <a:pt x="0" y="12426"/>
                  </a:lnTo>
                  <a:lnTo>
                    <a:pt x="54797" y="0"/>
                  </a:lnTo>
                  <a:lnTo>
                    <a:pt x="54797" y="342138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5" name="Freihandform: Form 276">
              <a:extLst>
                <a:ext uri="{FF2B5EF4-FFF2-40B4-BE49-F238E27FC236}">
                  <a16:creationId xmlns:a16="http://schemas.microsoft.com/office/drawing/2014/main" id="{3824DF34-4651-BF4A-9169-03B5B577FF36}"/>
                </a:ext>
              </a:extLst>
            </p:cNvPr>
            <p:cNvSpPr/>
            <p:nvPr/>
          </p:nvSpPr>
          <p:spPr>
            <a:xfrm>
              <a:off x="5275974" y="3058344"/>
              <a:ext cx="330180" cy="234386"/>
            </a:xfrm>
            <a:custGeom>
              <a:avLst/>
              <a:gdLst>
                <a:gd name="connsiteX0" fmla="*/ 330180 w 330180"/>
                <a:gd name="connsiteY0" fmla="*/ 0 h 234386"/>
                <a:gd name="connsiteX1" fmla="*/ 260646 w 330180"/>
                <a:gd name="connsiteY1" fmla="*/ 234386 h 234386"/>
                <a:gd name="connsiteX2" fmla="*/ 208143 w 330180"/>
                <a:gd name="connsiteY2" fmla="*/ 234386 h 234386"/>
                <a:gd name="connsiteX3" fmla="*/ 165320 w 330180"/>
                <a:gd name="connsiteY3" fmla="*/ 72298 h 234386"/>
                <a:gd name="connsiteX4" fmla="*/ 164408 w 330180"/>
                <a:gd name="connsiteY4" fmla="*/ 72298 h 234386"/>
                <a:gd name="connsiteX5" fmla="*/ 122037 w 330180"/>
                <a:gd name="connsiteY5" fmla="*/ 234386 h 234386"/>
                <a:gd name="connsiteX6" fmla="*/ 69535 w 330180"/>
                <a:gd name="connsiteY6" fmla="*/ 234386 h 234386"/>
                <a:gd name="connsiteX7" fmla="*/ 0 w 330180"/>
                <a:gd name="connsiteY7" fmla="*/ 0 h 234386"/>
                <a:gd name="connsiteX8" fmla="*/ 57560 w 330180"/>
                <a:gd name="connsiteY8" fmla="*/ 0 h 234386"/>
                <a:gd name="connsiteX9" fmla="*/ 98089 w 330180"/>
                <a:gd name="connsiteY9" fmla="*/ 157943 h 234386"/>
                <a:gd name="connsiteX10" fmla="*/ 99001 w 330180"/>
                <a:gd name="connsiteY10" fmla="*/ 157943 h 234386"/>
                <a:gd name="connsiteX11" fmla="*/ 140451 w 330180"/>
                <a:gd name="connsiteY11" fmla="*/ 0 h 234386"/>
                <a:gd name="connsiteX12" fmla="*/ 190642 w 330180"/>
                <a:gd name="connsiteY12" fmla="*/ 0 h 234386"/>
                <a:gd name="connsiteX13" fmla="*/ 233465 w 330180"/>
                <a:gd name="connsiteY13" fmla="*/ 157943 h 234386"/>
                <a:gd name="connsiteX14" fmla="*/ 234378 w 330180"/>
                <a:gd name="connsiteY14" fmla="*/ 157943 h 234386"/>
                <a:gd name="connsiteX15" fmla="*/ 273524 w 330180"/>
                <a:gd name="connsiteY15" fmla="*/ 0 h 234386"/>
                <a:gd name="connsiteX16" fmla="*/ 330180 w 330180"/>
                <a:gd name="connsiteY16" fmla="*/ 0 h 234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0180" h="234386">
                  <a:moveTo>
                    <a:pt x="330180" y="0"/>
                  </a:moveTo>
                  <a:lnTo>
                    <a:pt x="260646" y="234386"/>
                  </a:lnTo>
                  <a:lnTo>
                    <a:pt x="208143" y="234386"/>
                  </a:lnTo>
                  <a:lnTo>
                    <a:pt x="165320" y="72298"/>
                  </a:lnTo>
                  <a:lnTo>
                    <a:pt x="164408" y="72298"/>
                  </a:lnTo>
                  <a:lnTo>
                    <a:pt x="122037" y="234386"/>
                  </a:lnTo>
                  <a:lnTo>
                    <a:pt x="69535" y="234386"/>
                  </a:lnTo>
                  <a:lnTo>
                    <a:pt x="0" y="0"/>
                  </a:lnTo>
                  <a:lnTo>
                    <a:pt x="57560" y="0"/>
                  </a:lnTo>
                  <a:lnTo>
                    <a:pt x="98089" y="157943"/>
                  </a:lnTo>
                  <a:lnTo>
                    <a:pt x="99001" y="157943"/>
                  </a:lnTo>
                  <a:lnTo>
                    <a:pt x="140451" y="0"/>
                  </a:lnTo>
                  <a:lnTo>
                    <a:pt x="190642" y="0"/>
                  </a:lnTo>
                  <a:lnTo>
                    <a:pt x="233465" y="157943"/>
                  </a:lnTo>
                  <a:lnTo>
                    <a:pt x="234378" y="157943"/>
                  </a:lnTo>
                  <a:lnTo>
                    <a:pt x="273524" y="0"/>
                  </a:lnTo>
                  <a:lnTo>
                    <a:pt x="33018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6" name="Freihandform: Form 277">
              <a:extLst>
                <a:ext uri="{FF2B5EF4-FFF2-40B4-BE49-F238E27FC236}">
                  <a16:creationId xmlns:a16="http://schemas.microsoft.com/office/drawing/2014/main" id="{31296A63-45AB-EF4D-ABA5-843FF48766DB}"/>
                </a:ext>
              </a:extLst>
            </p:cNvPr>
            <p:cNvSpPr/>
            <p:nvPr/>
          </p:nvSpPr>
          <p:spPr>
            <a:xfrm>
              <a:off x="5647320" y="2954268"/>
              <a:ext cx="69542" cy="338461"/>
            </a:xfrm>
            <a:custGeom>
              <a:avLst/>
              <a:gdLst>
                <a:gd name="connsiteX0" fmla="*/ 69543 w 69542"/>
                <a:gd name="connsiteY0" fmla="*/ 33160 h 338461"/>
                <a:gd name="connsiteX1" fmla="*/ 34541 w 69542"/>
                <a:gd name="connsiteY1" fmla="*/ 66311 h 338461"/>
                <a:gd name="connsiteX2" fmla="*/ 0 w 69542"/>
                <a:gd name="connsiteY2" fmla="*/ 33160 h 338461"/>
                <a:gd name="connsiteX3" fmla="*/ 34541 w 69542"/>
                <a:gd name="connsiteY3" fmla="*/ 0 h 338461"/>
                <a:gd name="connsiteX4" fmla="*/ 69543 w 69542"/>
                <a:gd name="connsiteY4" fmla="*/ 33160 h 338461"/>
                <a:gd name="connsiteX5" fmla="*/ 62174 w 69542"/>
                <a:gd name="connsiteY5" fmla="*/ 338462 h 338461"/>
                <a:gd name="connsiteX6" fmla="*/ 7369 w 69542"/>
                <a:gd name="connsiteY6" fmla="*/ 338462 h 338461"/>
                <a:gd name="connsiteX7" fmla="*/ 7369 w 69542"/>
                <a:gd name="connsiteY7" fmla="*/ 104076 h 338461"/>
                <a:gd name="connsiteX8" fmla="*/ 62174 w 69542"/>
                <a:gd name="connsiteY8" fmla="*/ 104076 h 338461"/>
                <a:gd name="connsiteX9" fmla="*/ 62174 w 69542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42" h="338461">
                  <a:moveTo>
                    <a:pt x="69543" y="33160"/>
                  </a:moveTo>
                  <a:cubicBezTo>
                    <a:pt x="69543" y="52503"/>
                    <a:pt x="53884" y="66311"/>
                    <a:pt x="34541" y="66311"/>
                  </a:cubicBezTo>
                  <a:cubicBezTo>
                    <a:pt x="15659" y="66311"/>
                    <a:pt x="0" y="52503"/>
                    <a:pt x="0" y="33160"/>
                  </a:cubicBezTo>
                  <a:cubicBezTo>
                    <a:pt x="0" y="14277"/>
                    <a:pt x="15659" y="0"/>
                    <a:pt x="34541" y="0"/>
                  </a:cubicBezTo>
                  <a:cubicBezTo>
                    <a:pt x="53884" y="0"/>
                    <a:pt x="69543" y="14277"/>
                    <a:pt x="69543" y="33160"/>
                  </a:cubicBezTo>
                  <a:close/>
                  <a:moveTo>
                    <a:pt x="62174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74" y="104076"/>
                  </a:lnTo>
                  <a:lnTo>
                    <a:pt x="62174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7" name="Freihandform: Form 278">
              <a:extLst>
                <a:ext uri="{FF2B5EF4-FFF2-40B4-BE49-F238E27FC236}">
                  <a16:creationId xmlns:a16="http://schemas.microsoft.com/office/drawing/2014/main" id="{8C2DB2D2-8A3D-C447-A076-7BE8540BD4B8}"/>
                </a:ext>
              </a:extLst>
            </p:cNvPr>
            <p:cNvSpPr/>
            <p:nvPr/>
          </p:nvSpPr>
          <p:spPr>
            <a:xfrm>
              <a:off x="5759802" y="3052356"/>
              <a:ext cx="180502" cy="245891"/>
            </a:xfrm>
            <a:custGeom>
              <a:avLst/>
              <a:gdLst>
                <a:gd name="connsiteX0" fmla="*/ 26235 w 180502"/>
                <a:gd name="connsiteY0" fmla="*/ 174063 h 245891"/>
                <a:gd name="connsiteX1" fmla="*/ 92545 w 180502"/>
                <a:gd name="connsiteY1" fmla="*/ 200314 h 245891"/>
                <a:gd name="connsiteX2" fmla="*/ 127078 w 180502"/>
                <a:gd name="connsiteY2" fmla="*/ 176826 h 245891"/>
                <a:gd name="connsiteX3" fmla="*/ 9655 w 180502"/>
                <a:gd name="connsiteY3" fmla="*/ 72750 h 245891"/>
                <a:gd name="connsiteX4" fmla="*/ 98072 w 180502"/>
                <a:gd name="connsiteY4" fmla="*/ 0 h 245891"/>
                <a:gd name="connsiteX5" fmla="*/ 179120 w 180502"/>
                <a:gd name="connsiteY5" fmla="*/ 24401 h 245891"/>
                <a:gd name="connsiteX6" fmla="*/ 153338 w 180502"/>
                <a:gd name="connsiteY6" fmla="*/ 67223 h 245891"/>
                <a:gd name="connsiteX7" fmla="*/ 97159 w 180502"/>
                <a:gd name="connsiteY7" fmla="*/ 46499 h 245891"/>
                <a:gd name="connsiteX8" fmla="*/ 63539 w 180502"/>
                <a:gd name="connsiteY8" fmla="*/ 68145 h 245891"/>
                <a:gd name="connsiteX9" fmla="*/ 180502 w 180502"/>
                <a:gd name="connsiteY9" fmla="*/ 171751 h 245891"/>
                <a:gd name="connsiteX10" fmla="*/ 90251 w 180502"/>
                <a:gd name="connsiteY10" fmla="*/ 245891 h 245891"/>
                <a:gd name="connsiteX11" fmla="*/ 0 w 180502"/>
                <a:gd name="connsiteY11" fmla="*/ 217337 h 245891"/>
                <a:gd name="connsiteX12" fmla="*/ 26235 w 180502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02" h="245891">
                  <a:moveTo>
                    <a:pt x="26235" y="174063"/>
                  </a:moveTo>
                  <a:cubicBezTo>
                    <a:pt x="49254" y="191563"/>
                    <a:pt x="71821" y="200314"/>
                    <a:pt x="92545" y="200314"/>
                  </a:cubicBezTo>
                  <a:cubicBezTo>
                    <a:pt x="112801" y="200314"/>
                    <a:pt x="127078" y="191103"/>
                    <a:pt x="127078" y="176826"/>
                  </a:cubicBezTo>
                  <a:cubicBezTo>
                    <a:pt x="127078" y="136766"/>
                    <a:pt x="9655" y="151035"/>
                    <a:pt x="9655" y="72750"/>
                  </a:cubicBezTo>
                  <a:cubicBezTo>
                    <a:pt x="9655" y="29467"/>
                    <a:pt x="45578" y="0"/>
                    <a:pt x="98072" y="0"/>
                  </a:cubicBezTo>
                  <a:cubicBezTo>
                    <a:pt x="126166" y="0"/>
                    <a:pt x="154259" y="8282"/>
                    <a:pt x="179120" y="24401"/>
                  </a:cubicBezTo>
                  <a:lnTo>
                    <a:pt x="153338" y="67223"/>
                  </a:lnTo>
                  <a:cubicBezTo>
                    <a:pt x="133074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02" y="93014"/>
                    <a:pt x="180502" y="171751"/>
                  </a:cubicBezTo>
                  <a:cubicBezTo>
                    <a:pt x="180502" y="215956"/>
                    <a:pt x="144127" y="245891"/>
                    <a:pt x="90251" y="245891"/>
                  </a:cubicBezTo>
                  <a:cubicBezTo>
                    <a:pt x="58942" y="245891"/>
                    <a:pt x="27164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8" name="Freihandform: Form 279">
              <a:extLst>
                <a:ext uri="{FF2B5EF4-FFF2-40B4-BE49-F238E27FC236}">
                  <a16:creationId xmlns:a16="http://schemas.microsoft.com/office/drawing/2014/main" id="{C8E5D30A-16E0-484D-A346-E4D9C5038845}"/>
                </a:ext>
              </a:extLst>
            </p:cNvPr>
            <p:cNvSpPr/>
            <p:nvPr/>
          </p:nvSpPr>
          <p:spPr>
            <a:xfrm>
              <a:off x="597652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87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9 w 180510"/>
                <a:gd name="connsiteY5" fmla="*/ 24401 h 245891"/>
                <a:gd name="connsiteX6" fmla="*/ 153338 w 180510"/>
                <a:gd name="connsiteY6" fmla="*/ 67223 h 245891"/>
                <a:gd name="connsiteX7" fmla="*/ 97159 w 180510"/>
                <a:gd name="connsiteY7" fmla="*/ 46499 h 245891"/>
                <a:gd name="connsiteX8" fmla="*/ 63547 w 180510"/>
                <a:gd name="connsiteY8" fmla="*/ 68145 h 245891"/>
                <a:gd name="connsiteX9" fmla="*/ 180510 w 180510"/>
                <a:gd name="connsiteY9" fmla="*/ 171751 h 245891"/>
                <a:gd name="connsiteX10" fmla="*/ 90259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1" y="200314"/>
                    <a:pt x="92545" y="200314"/>
                  </a:cubicBezTo>
                  <a:cubicBezTo>
                    <a:pt x="112809" y="200314"/>
                    <a:pt x="127087" y="191103"/>
                    <a:pt x="127087" y="176826"/>
                  </a:cubicBezTo>
                  <a:cubicBezTo>
                    <a:pt x="127087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6" y="0"/>
                    <a:pt x="154259" y="8282"/>
                    <a:pt x="179129" y="24401"/>
                  </a:cubicBezTo>
                  <a:lnTo>
                    <a:pt x="153338" y="67223"/>
                  </a:lnTo>
                  <a:cubicBezTo>
                    <a:pt x="133082" y="53415"/>
                    <a:pt x="115129" y="46499"/>
                    <a:pt x="97159" y="46499"/>
                  </a:cubicBezTo>
                  <a:cubicBezTo>
                    <a:pt x="76904" y="46499"/>
                    <a:pt x="63547" y="55249"/>
                    <a:pt x="63547" y="68145"/>
                  </a:cubicBezTo>
                  <a:cubicBezTo>
                    <a:pt x="63547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9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9" name="Freihandform: Form 280">
              <a:extLst>
                <a:ext uri="{FF2B5EF4-FFF2-40B4-BE49-F238E27FC236}">
                  <a16:creationId xmlns:a16="http://schemas.microsoft.com/office/drawing/2014/main" id="{ED3322D9-3F6B-D844-8132-B543EC17FC83}"/>
                </a:ext>
              </a:extLst>
            </p:cNvPr>
            <p:cNvSpPr/>
            <p:nvPr/>
          </p:nvSpPr>
          <p:spPr>
            <a:xfrm>
              <a:off x="6201863" y="3052356"/>
              <a:ext cx="214130" cy="245899"/>
            </a:xfrm>
            <a:custGeom>
              <a:avLst/>
              <a:gdLst>
                <a:gd name="connsiteX0" fmla="*/ 116034 w 214130"/>
                <a:gd name="connsiteY0" fmla="*/ 245900 h 245899"/>
                <a:gd name="connsiteX1" fmla="*/ 0 w 214130"/>
                <a:gd name="connsiteY1" fmla="*/ 122489 h 245899"/>
                <a:gd name="connsiteX2" fmla="*/ 110055 w 214130"/>
                <a:gd name="connsiteY2" fmla="*/ 0 h 245899"/>
                <a:gd name="connsiteX3" fmla="*/ 214131 w 214130"/>
                <a:gd name="connsiteY3" fmla="*/ 119266 h 245899"/>
                <a:gd name="connsiteX4" fmla="*/ 213210 w 214130"/>
                <a:gd name="connsiteY4" fmla="*/ 141824 h 245899"/>
                <a:gd name="connsiteX5" fmla="*/ 55719 w 214130"/>
                <a:gd name="connsiteY5" fmla="*/ 141824 h 245899"/>
                <a:gd name="connsiteX6" fmla="*/ 116511 w 214130"/>
                <a:gd name="connsiteY6" fmla="*/ 198924 h 245899"/>
                <a:gd name="connsiteX7" fmla="*/ 174071 w 214130"/>
                <a:gd name="connsiteY7" fmla="*/ 171291 h 245899"/>
                <a:gd name="connsiteX8" fmla="*/ 208144 w 214130"/>
                <a:gd name="connsiteY8" fmla="*/ 207214 h 245899"/>
                <a:gd name="connsiteX9" fmla="*/ 116034 w 214130"/>
                <a:gd name="connsiteY9" fmla="*/ 245900 h 245899"/>
                <a:gd name="connsiteX10" fmla="*/ 54797 w 214130"/>
                <a:gd name="connsiteY10" fmla="*/ 101765 h 245899"/>
                <a:gd name="connsiteX11" fmla="*/ 161167 w 214130"/>
                <a:gd name="connsiteY11" fmla="*/ 101765 h 245899"/>
                <a:gd name="connsiteX12" fmla="*/ 109134 w 214130"/>
                <a:gd name="connsiteY12" fmla="*/ 45125 h 245899"/>
                <a:gd name="connsiteX13" fmla="*/ 54797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4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5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10" y="141824"/>
                  </a:cubicBezTo>
                  <a:lnTo>
                    <a:pt x="55719" y="141824"/>
                  </a:lnTo>
                  <a:cubicBezTo>
                    <a:pt x="61714" y="178207"/>
                    <a:pt x="83351" y="198924"/>
                    <a:pt x="116511" y="198924"/>
                  </a:cubicBezTo>
                  <a:cubicBezTo>
                    <a:pt x="138148" y="198924"/>
                    <a:pt x="155649" y="190634"/>
                    <a:pt x="174071" y="171291"/>
                  </a:cubicBezTo>
                  <a:lnTo>
                    <a:pt x="208144" y="207214"/>
                  </a:lnTo>
                  <a:cubicBezTo>
                    <a:pt x="181432" y="233465"/>
                    <a:pt x="151496" y="245900"/>
                    <a:pt x="116034" y="245900"/>
                  </a:cubicBezTo>
                  <a:close/>
                  <a:moveTo>
                    <a:pt x="54797" y="101765"/>
                  </a:moveTo>
                  <a:lnTo>
                    <a:pt x="161167" y="101765"/>
                  </a:lnTo>
                  <a:cubicBezTo>
                    <a:pt x="158865" y="65850"/>
                    <a:pt x="139990" y="45125"/>
                    <a:pt x="109134" y="45125"/>
                  </a:cubicBezTo>
                  <a:cubicBezTo>
                    <a:pt x="78737" y="45134"/>
                    <a:pt x="59394" y="65390"/>
                    <a:pt x="54797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0" name="Freihandform: Form 281">
              <a:extLst>
                <a:ext uri="{FF2B5EF4-FFF2-40B4-BE49-F238E27FC236}">
                  <a16:creationId xmlns:a16="http://schemas.microsoft.com/office/drawing/2014/main" id="{11BE15B8-9FE9-8842-AFBF-19C02CC0595D}"/>
                </a:ext>
              </a:extLst>
            </p:cNvPr>
            <p:cNvSpPr/>
            <p:nvPr/>
          </p:nvSpPr>
          <p:spPr>
            <a:xfrm>
              <a:off x="6475831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7 w 201695"/>
                <a:gd name="connsiteY4" fmla="*/ 105910 h 240373"/>
                <a:gd name="connsiteX5" fmla="*/ 54797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3 w 201695"/>
                <a:gd name="connsiteY11" fmla="*/ 0 h 240373"/>
                <a:gd name="connsiteX12" fmla="*/ 201687 w 201695"/>
                <a:gd name="connsiteY12" fmla="*/ 94856 h 240373"/>
                <a:gd name="connsiteX13" fmla="*/ 201687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7" y="80579"/>
                    <a:pt x="54797" y="105910"/>
                  </a:cubicBezTo>
                  <a:lnTo>
                    <a:pt x="54797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3" y="0"/>
                  </a:cubicBezTo>
                  <a:cubicBezTo>
                    <a:pt x="177739" y="0"/>
                    <a:pt x="201687" y="39138"/>
                    <a:pt x="201687" y="94856"/>
                  </a:cubicBezTo>
                  <a:lnTo>
                    <a:pt x="201687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1" name="Freihandform: Form 282">
              <a:extLst>
                <a:ext uri="{FF2B5EF4-FFF2-40B4-BE49-F238E27FC236}">
                  <a16:creationId xmlns:a16="http://schemas.microsoft.com/office/drawing/2014/main" id="{6F5E3C86-3605-5747-8319-8673A2928526}"/>
                </a:ext>
              </a:extLst>
            </p:cNvPr>
            <p:cNvSpPr/>
            <p:nvPr/>
          </p:nvSpPr>
          <p:spPr>
            <a:xfrm>
              <a:off x="6726069" y="3052356"/>
              <a:ext cx="180510" cy="245891"/>
            </a:xfrm>
            <a:custGeom>
              <a:avLst/>
              <a:gdLst>
                <a:gd name="connsiteX0" fmla="*/ 26235 w 180510"/>
                <a:gd name="connsiteY0" fmla="*/ 174063 h 245891"/>
                <a:gd name="connsiteX1" fmla="*/ 92545 w 180510"/>
                <a:gd name="connsiteY1" fmla="*/ 200314 h 245891"/>
                <a:gd name="connsiteX2" fmla="*/ 127078 w 180510"/>
                <a:gd name="connsiteY2" fmla="*/ 176826 h 245891"/>
                <a:gd name="connsiteX3" fmla="*/ 9663 w 180510"/>
                <a:gd name="connsiteY3" fmla="*/ 72750 h 245891"/>
                <a:gd name="connsiteX4" fmla="*/ 98080 w 180510"/>
                <a:gd name="connsiteY4" fmla="*/ 0 h 245891"/>
                <a:gd name="connsiteX5" fmla="*/ 179128 w 180510"/>
                <a:gd name="connsiteY5" fmla="*/ 24401 h 245891"/>
                <a:gd name="connsiteX6" fmla="*/ 153337 w 180510"/>
                <a:gd name="connsiteY6" fmla="*/ 67223 h 245891"/>
                <a:gd name="connsiteX7" fmla="*/ 97159 w 180510"/>
                <a:gd name="connsiteY7" fmla="*/ 46499 h 245891"/>
                <a:gd name="connsiteX8" fmla="*/ 63539 w 180510"/>
                <a:gd name="connsiteY8" fmla="*/ 68145 h 245891"/>
                <a:gd name="connsiteX9" fmla="*/ 180510 w 180510"/>
                <a:gd name="connsiteY9" fmla="*/ 171751 h 245891"/>
                <a:gd name="connsiteX10" fmla="*/ 90251 w 180510"/>
                <a:gd name="connsiteY10" fmla="*/ 245891 h 245891"/>
                <a:gd name="connsiteX11" fmla="*/ 0 w 180510"/>
                <a:gd name="connsiteY11" fmla="*/ 217337 h 245891"/>
                <a:gd name="connsiteX12" fmla="*/ 26235 w 180510"/>
                <a:gd name="connsiteY12" fmla="*/ 174063 h 24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510" h="245891">
                  <a:moveTo>
                    <a:pt x="26235" y="174063"/>
                  </a:moveTo>
                  <a:cubicBezTo>
                    <a:pt x="49262" y="191563"/>
                    <a:pt x="71820" y="200314"/>
                    <a:pt x="92545" y="200314"/>
                  </a:cubicBezTo>
                  <a:cubicBezTo>
                    <a:pt x="112809" y="200314"/>
                    <a:pt x="127078" y="191103"/>
                    <a:pt x="127078" y="176826"/>
                  </a:cubicBezTo>
                  <a:cubicBezTo>
                    <a:pt x="127078" y="136766"/>
                    <a:pt x="9663" y="151035"/>
                    <a:pt x="9663" y="72750"/>
                  </a:cubicBezTo>
                  <a:cubicBezTo>
                    <a:pt x="9663" y="29467"/>
                    <a:pt x="45578" y="0"/>
                    <a:pt x="98080" y="0"/>
                  </a:cubicBezTo>
                  <a:cubicBezTo>
                    <a:pt x="126165" y="0"/>
                    <a:pt x="154259" y="8282"/>
                    <a:pt x="179128" y="24401"/>
                  </a:cubicBezTo>
                  <a:lnTo>
                    <a:pt x="153337" y="67223"/>
                  </a:lnTo>
                  <a:cubicBezTo>
                    <a:pt x="133073" y="53415"/>
                    <a:pt x="115121" y="46499"/>
                    <a:pt x="97159" y="46499"/>
                  </a:cubicBezTo>
                  <a:cubicBezTo>
                    <a:pt x="76895" y="46499"/>
                    <a:pt x="63539" y="55249"/>
                    <a:pt x="63539" y="68145"/>
                  </a:cubicBezTo>
                  <a:cubicBezTo>
                    <a:pt x="63539" y="106362"/>
                    <a:pt x="180510" y="93014"/>
                    <a:pt x="180510" y="171751"/>
                  </a:cubicBezTo>
                  <a:cubicBezTo>
                    <a:pt x="180510" y="215956"/>
                    <a:pt x="144127" y="245891"/>
                    <a:pt x="90251" y="245891"/>
                  </a:cubicBezTo>
                  <a:cubicBezTo>
                    <a:pt x="58942" y="245891"/>
                    <a:pt x="27172" y="236220"/>
                    <a:pt x="0" y="217337"/>
                  </a:cubicBezTo>
                  <a:lnTo>
                    <a:pt x="26235" y="174063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2" name="Freihandform: Form 283">
              <a:extLst>
                <a:ext uri="{FF2B5EF4-FFF2-40B4-BE49-F238E27FC236}">
                  <a16:creationId xmlns:a16="http://schemas.microsoft.com/office/drawing/2014/main" id="{762F9A7D-75F9-E743-84CC-B5EDE4678AC8}"/>
                </a:ext>
              </a:extLst>
            </p:cNvPr>
            <p:cNvSpPr/>
            <p:nvPr/>
          </p:nvSpPr>
          <p:spPr>
            <a:xfrm>
              <a:off x="6951395" y="3052365"/>
              <a:ext cx="197542" cy="245899"/>
            </a:xfrm>
            <a:custGeom>
              <a:avLst/>
              <a:gdLst>
                <a:gd name="connsiteX0" fmla="*/ 196169 w 197542"/>
                <a:gd name="connsiteY0" fmla="*/ 208135 h 245899"/>
                <a:gd name="connsiteX1" fmla="*/ 112357 w 197542"/>
                <a:gd name="connsiteY1" fmla="*/ 245900 h 245899"/>
                <a:gd name="connsiteX2" fmla="*/ 0 w 197542"/>
                <a:gd name="connsiteY2" fmla="*/ 123871 h 245899"/>
                <a:gd name="connsiteX3" fmla="*/ 113278 w 197542"/>
                <a:gd name="connsiteY3" fmla="*/ 0 h 245899"/>
                <a:gd name="connsiteX4" fmla="*/ 197542 w 197542"/>
                <a:gd name="connsiteY4" fmla="*/ 40060 h 245899"/>
                <a:gd name="connsiteX5" fmla="*/ 159777 w 197542"/>
                <a:gd name="connsiteY5" fmla="*/ 75974 h 245899"/>
                <a:gd name="connsiteX6" fmla="*/ 112809 w 197542"/>
                <a:gd name="connsiteY6" fmla="*/ 50192 h 245899"/>
                <a:gd name="connsiteX7" fmla="*/ 54788 w 197542"/>
                <a:gd name="connsiteY7" fmla="*/ 122942 h 245899"/>
                <a:gd name="connsiteX8" fmla="*/ 112349 w 197542"/>
                <a:gd name="connsiteY8" fmla="*/ 196161 h 245899"/>
                <a:gd name="connsiteX9" fmla="*/ 160698 w 197542"/>
                <a:gd name="connsiteY9" fmla="*/ 170370 h 245899"/>
                <a:gd name="connsiteX10" fmla="*/ 196169 w 197542"/>
                <a:gd name="connsiteY10" fmla="*/ 20813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542" h="245899">
                  <a:moveTo>
                    <a:pt x="196169" y="208135"/>
                  </a:moveTo>
                  <a:cubicBezTo>
                    <a:pt x="172681" y="233926"/>
                    <a:pt x="145977" y="245900"/>
                    <a:pt x="112357" y="245900"/>
                  </a:cubicBezTo>
                  <a:cubicBezTo>
                    <a:pt x="45125" y="245900"/>
                    <a:pt x="0" y="197551"/>
                    <a:pt x="0" y="123871"/>
                  </a:cubicBezTo>
                  <a:cubicBezTo>
                    <a:pt x="0" y="50192"/>
                    <a:pt x="45586" y="0"/>
                    <a:pt x="113278" y="0"/>
                  </a:cubicBezTo>
                  <a:cubicBezTo>
                    <a:pt x="148272" y="0"/>
                    <a:pt x="177286" y="13808"/>
                    <a:pt x="197542" y="40060"/>
                  </a:cubicBezTo>
                  <a:lnTo>
                    <a:pt x="159777" y="75974"/>
                  </a:lnTo>
                  <a:cubicBezTo>
                    <a:pt x="145969" y="58013"/>
                    <a:pt x="131231" y="50192"/>
                    <a:pt x="112809" y="50192"/>
                  </a:cubicBezTo>
                  <a:cubicBezTo>
                    <a:pt x="78276" y="50192"/>
                    <a:pt x="54788" y="78737"/>
                    <a:pt x="54788" y="122942"/>
                  </a:cubicBezTo>
                  <a:cubicBezTo>
                    <a:pt x="54788" y="166694"/>
                    <a:pt x="78276" y="196161"/>
                    <a:pt x="112349" y="196161"/>
                  </a:cubicBezTo>
                  <a:cubicBezTo>
                    <a:pt x="130762" y="196161"/>
                    <a:pt x="145500" y="187871"/>
                    <a:pt x="160698" y="170370"/>
                  </a:cubicBezTo>
                  <a:lnTo>
                    <a:pt x="196169" y="20813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3" name="Freihandform: Form 284">
              <a:extLst>
                <a:ext uri="{FF2B5EF4-FFF2-40B4-BE49-F238E27FC236}">
                  <a16:creationId xmlns:a16="http://schemas.microsoft.com/office/drawing/2014/main" id="{A1C42B2E-EE11-6440-B845-3A6542A008C8}"/>
                </a:ext>
              </a:extLst>
            </p:cNvPr>
            <p:cNvSpPr/>
            <p:nvPr/>
          </p:nvSpPr>
          <p:spPr>
            <a:xfrm>
              <a:off x="7195938" y="2950140"/>
              <a:ext cx="201695" cy="342598"/>
            </a:xfrm>
            <a:custGeom>
              <a:avLst/>
              <a:gdLst>
                <a:gd name="connsiteX0" fmla="*/ 201695 w 201695"/>
                <a:gd name="connsiteY0" fmla="*/ 342590 h 342598"/>
                <a:gd name="connsiteX1" fmla="*/ 146899 w 201695"/>
                <a:gd name="connsiteY1" fmla="*/ 342590 h 342598"/>
                <a:gd name="connsiteX2" fmla="*/ 146899 w 201695"/>
                <a:gd name="connsiteY2" fmla="*/ 208587 h 342598"/>
                <a:gd name="connsiteX3" fmla="*/ 103607 w 201695"/>
                <a:gd name="connsiteY3" fmla="*/ 151487 h 342598"/>
                <a:gd name="connsiteX4" fmla="*/ 54797 w 201695"/>
                <a:gd name="connsiteY4" fmla="*/ 208135 h 342598"/>
                <a:gd name="connsiteX5" fmla="*/ 54797 w 201695"/>
                <a:gd name="connsiteY5" fmla="*/ 342599 h 342598"/>
                <a:gd name="connsiteX6" fmla="*/ 0 w 201695"/>
                <a:gd name="connsiteY6" fmla="*/ 342599 h 342598"/>
                <a:gd name="connsiteX7" fmla="*/ 0 w 201695"/>
                <a:gd name="connsiteY7" fmla="*/ 13808 h 342598"/>
                <a:gd name="connsiteX8" fmla="*/ 54797 w 201695"/>
                <a:gd name="connsiteY8" fmla="*/ 0 h 342598"/>
                <a:gd name="connsiteX9" fmla="*/ 54797 w 201695"/>
                <a:gd name="connsiteY9" fmla="*/ 136297 h 342598"/>
                <a:gd name="connsiteX10" fmla="*/ 55718 w 201695"/>
                <a:gd name="connsiteY10" fmla="*/ 136297 h 342598"/>
                <a:gd name="connsiteX11" fmla="*/ 124323 w 201695"/>
                <a:gd name="connsiteY11" fmla="*/ 102225 h 342598"/>
                <a:gd name="connsiteX12" fmla="*/ 201687 w 201695"/>
                <a:gd name="connsiteY12" fmla="*/ 197082 h 342598"/>
                <a:gd name="connsiteX13" fmla="*/ 201687 w 201695"/>
                <a:gd name="connsiteY13" fmla="*/ 342590 h 342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342598">
                  <a:moveTo>
                    <a:pt x="201695" y="342590"/>
                  </a:moveTo>
                  <a:lnTo>
                    <a:pt x="146899" y="342590"/>
                  </a:lnTo>
                  <a:lnTo>
                    <a:pt x="146899" y="208587"/>
                  </a:lnTo>
                  <a:cubicBezTo>
                    <a:pt x="146899" y="174054"/>
                    <a:pt x="136306" y="151487"/>
                    <a:pt x="103607" y="151487"/>
                  </a:cubicBezTo>
                  <a:cubicBezTo>
                    <a:pt x="65850" y="151487"/>
                    <a:pt x="54797" y="181423"/>
                    <a:pt x="54797" y="208135"/>
                  </a:cubicBezTo>
                  <a:lnTo>
                    <a:pt x="54797" y="342599"/>
                  </a:lnTo>
                  <a:lnTo>
                    <a:pt x="0" y="342599"/>
                  </a:lnTo>
                  <a:lnTo>
                    <a:pt x="0" y="13808"/>
                  </a:lnTo>
                  <a:lnTo>
                    <a:pt x="54797" y="0"/>
                  </a:lnTo>
                  <a:lnTo>
                    <a:pt x="54797" y="136297"/>
                  </a:lnTo>
                  <a:lnTo>
                    <a:pt x="55718" y="136297"/>
                  </a:lnTo>
                  <a:cubicBezTo>
                    <a:pt x="69074" y="115573"/>
                    <a:pt x="93483" y="102225"/>
                    <a:pt x="124323" y="102225"/>
                  </a:cubicBezTo>
                  <a:cubicBezTo>
                    <a:pt x="178660" y="102225"/>
                    <a:pt x="201687" y="142745"/>
                    <a:pt x="201687" y="197082"/>
                  </a:cubicBezTo>
                  <a:lnTo>
                    <a:pt x="201687" y="34259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4" name="Freihandform: Form 285">
              <a:extLst>
                <a:ext uri="{FF2B5EF4-FFF2-40B4-BE49-F238E27FC236}">
                  <a16:creationId xmlns:a16="http://schemas.microsoft.com/office/drawing/2014/main" id="{3CC385F8-17EE-FB4E-A58D-E70F33DE0F72}"/>
                </a:ext>
              </a:extLst>
            </p:cNvPr>
            <p:cNvSpPr/>
            <p:nvPr/>
          </p:nvSpPr>
          <p:spPr>
            <a:xfrm>
              <a:off x="7451652" y="3052356"/>
              <a:ext cx="198923" cy="245899"/>
            </a:xfrm>
            <a:custGeom>
              <a:avLst/>
              <a:gdLst>
                <a:gd name="connsiteX0" fmla="*/ 100835 w 198923"/>
                <a:gd name="connsiteY0" fmla="*/ 94856 h 245899"/>
                <a:gd name="connsiteX1" fmla="*/ 145039 w 198923"/>
                <a:gd name="connsiteY1" fmla="*/ 99922 h 245899"/>
                <a:gd name="connsiteX2" fmla="*/ 145039 w 198923"/>
                <a:gd name="connsiteY2" fmla="*/ 91633 h 245899"/>
                <a:gd name="connsiteX3" fmla="*/ 93466 w 198923"/>
                <a:gd name="connsiteY3" fmla="*/ 46047 h 245899"/>
                <a:gd name="connsiteX4" fmla="*/ 34064 w 198923"/>
                <a:gd name="connsiteY4" fmla="*/ 59402 h 245899"/>
                <a:gd name="connsiteX5" fmla="*/ 22090 w 198923"/>
                <a:gd name="connsiteY5" fmla="*/ 13356 h 245899"/>
                <a:gd name="connsiteX6" fmla="*/ 98993 w 198923"/>
                <a:gd name="connsiteY6" fmla="*/ 0 h 245899"/>
                <a:gd name="connsiteX7" fmla="*/ 198924 w 198923"/>
                <a:gd name="connsiteY7" fmla="*/ 90711 h 245899"/>
                <a:gd name="connsiteX8" fmla="*/ 198924 w 198923"/>
                <a:gd name="connsiteY8" fmla="*/ 240373 h 245899"/>
                <a:gd name="connsiteX9" fmla="*/ 146882 w 198923"/>
                <a:gd name="connsiteY9" fmla="*/ 240373 h 245899"/>
                <a:gd name="connsiteX10" fmla="*/ 146882 w 198923"/>
                <a:gd name="connsiteY10" fmla="*/ 215504 h 245899"/>
                <a:gd name="connsiteX11" fmla="*/ 145969 w 198923"/>
                <a:gd name="connsiteY11" fmla="*/ 215504 h 245899"/>
                <a:gd name="connsiteX12" fmla="*/ 77355 w 198923"/>
                <a:gd name="connsiteY12" fmla="*/ 245900 h 245899"/>
                <a:gd name="connsiteX13" fmla="*/ 0 w 198923"/>
                <a:gd name="connsiteY13" fmla="*/ 171299 h 245899"/>
                <a:gd name="connsiteX14" fmla="*/ 100835 w 198923"/>
                <a:gd name="connsiteY14" fmla="*/ 94856 h 245899"/>
                <a:gd name="connsiteX15" fmla="*/ 91624 w 198923"/>
                <a:gd name="connsiteY15" fmla="*/ 204919 h 245899"/>
                <a:gd name="connsiteX16" fmla="*/ 145039 w 198923"/>
                <a:gd name="connsiteY16" fmla="*/ 176834 h 245899"/>
                <a:gd name="connsiteX17" fmla="*/ 145039 w 198923"/>
                <a:gd name="connsiteY17" fmla="*/ 135845 h 245899"/>
                <a:gd name="connsiteX18" fmla="*/ 106822 w 198923"/>
                <a:gd name="connsiteY18" fmla="*/ 131240 h 245899"/>
                <a:gd name="connsiteX19" fmla="*/ 52486 w 198923"/>
                <a:gd name="connsiteY19" fmla="*/ 169918 h 245899"/>
                <a:gd name="connsiteX20" fmla="*/ 91624 w 198923"/>
                <a:gd name="connsiteY20" fmla="*/ 204919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923" h="245899">
                  <a:moveTo>
                    <a:pt x="100835" y="94856"/>
                  </a:moveTo>
                  <a:cubicBezTo>
                    <a:pt x="116033" y="94856"/>
                    <a:pt x="129849" y="95778"/>
                    <a:pt x="145039" y="99922"/>
                  </a:cubicBezTo>
                  <a:lnTo>
                    <a:pt x="145039" y="91633"/>
                  </a:lnTo>
                  <a:cubicBezTo>
                    <a:pt x="145039" y="61705"/>
                    <a:pt x="127538" y="46047"/>
                    <a:pt x="93466" y="46047"/>
                  </a:cubicBezTo>
                  <a:cubicBezTo>
                    <a:pt x="74584" y="46047"/>
                    <a:pt x="53407" y="50652"/>
                    <a:pt x="34064" y="59402"/>
                  </a:cubicBezTo>
                  <a:lnTo>
                    <a:pt x="22090" y="13356"/>
                  </a:lnTo>
                  <a:cubicBezTo>
                    <a:pt x="43727" y="5066"/>
                    <a:pt x="72281" y="0"/>
                    <a:pt x="98993" y="0"/>
                  </a:cubicBezTo>
                  <a:cubicBezTo>
                    <a:pt x="164844" y="0"/>
                    <a:pt x="198924" y="30857"/>
                    <a:pt x="198924" y="90711"/>
                  </a:cubicBezTo>
                  <a:lnTo>
                    <a:pt x="198924" y="240373"/>
                  </a:lnTo>
                  <a:lnTo>
                    <a:pt x="146882" y="240373"/>
                  </a:lnTo>
                  <a:lnTo>
                    <a:pt x="146882" y="215504"/>
                  </a:lnTo>
                  <a:lnTo>
                    <a:pt x="145969" y="215504"/>
                  </a:lnTo>
                  <a:cubicBezTo>
                    <a:pt x="125705" y="236228"/>
                    <a:pt x="104528" y="245900"/>
                    <a:pt x="77355" y="245900"/>
                  </a:cubicBezTo>
                  <a:cubicBezTo>
                    <a:pt x="30388" y="245900"/>
                    <a:pt x="0" y="216885"/>
                    <a:pt x="0" y="171299"/>
                  </a:cubicBezTo>
                  <a:cubicBezTo>
                    <a:pt x="-9" y="121568"/>
                    <a:pt x="35445" y="94856"/>
                    <a:pt x="100835" y="94856"/>
                  </a:cubicBezTo>
                  <a:close/>
                  <a:moveTo>
                    <a:pt x="91624" y="204919"/>
                  </a:moveTo>
                  <a:cubicBezTo>
                    <a:pt x="111419" y="204919"/>
                    <a:pt x="129841" y="195248"/>
                    <a:pt x="145039" y="176834"/>
                  </a:cubicBezTo>
                  <a:lnTo>
                    <a:pt x="145039" y="135845"/>
                  </a:lnTo>
                  <a:cubicBezTo>
                    <a:pt x="132144" y="132621"/>
                    <a:pt x="118788" y="131240"/>
                    <a:pt x="106822" y="131240"/>
                  </a:cubicBezTo>
                  <a:cubicBezTo>
                    <a:pt x="72289" y="131240"/>
                    <a:pt x="52486" y="145048"/>
                    <a:pt x="52486" y="169918"/>
                  </a:cubicBezTo>
                  <a:cubicBezTo>
                    <a:pt x="52477" y="191563"/>
                    <a:pt x="67684" y="204919"/>
                    <a:pt x="91624" y="204919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5" name="Freihandform: Form 286">
              <a:extLst>
                <a:ext uri="{FF2B5EF4-FFF2-40B4-BE49-F238E27FC236}">
                  <a16:creationId xmlns:a16="http://schemas.microsoft.com/office/drawing/2014/main" id="{E6B64C0C-7927-894E-B18C-68D4CECFE3A8}"/>
                </a:ext>
              </a:extLst>
            </p:cNvPr>
            <p:cNvSpPr/>
            <p:nvPr/>
          </p:nvSpPr>
          <p:spPr>
            <a:xfrm>
              <a:off x="7694437" y="2946899"/>
              <a:ext cx="143674" cy="345830"/>
            </a:xfrm>
            <a:custGeom>
              <a:avLst/>
              <a:gdLst>
                <a:gd name="connsiteX0" fmla="*/ 143674 w 143674"/>
                <a:gd name="connsiteY0" fmla="*/ 51582 h 345830"/>
                <a:gd name="connsiteX1" fmla="*/ 119734 w 143674"/>
                <a:gd name="connsiteY1" fmla="*/ 46976 h 345830"/>
                <a:gd name="connsiteX2" fmla="*/ 90720 w 143674"/>
                <a:gd name="connsiteY2" fmla="*/ 79667 h 345830"/>
                <a:gd name="connsiteX3" fmla="*/ 90720 w 143674"/>
                <a:gd name="connsiteY3" fmla="*/ 111445 h 345830"/>
                <a:gd name="connsiteX4" fmla="*/ 137235 w 143674"/>
                <a:gd name="connsiteY4" fmla="*/ 111445 h 345830"/>
                <a:gd name="connsiteX5" fmla="*/ 137235 w 143674"/>
                <a:gd name="connsiteY5" fmla="*/ 157031 h 345830"/>
                <a:gd name="connsiteX6" fmla="*/ 91180 w 143674"/>
                <a:gd name="connsiteY6" fmla="*/ 157031 h 345830"/>
                <a:gd name="connsiteX7" fmla="*/ 91180 w 143674"/>
                <a:gd name="connsiteY7" fmla="*/ 345831 h 345830"/>
                <a:gd name="connsiteX8" fmla="*/ 36383 w 143674"/>
                <a:gd name="connsiteY8" fmla="*/ 345831 h 345830"/>
                <a:gd name="connsiteX9" fmla="*/ 36383 w 143674"/>
                <a:gd name="connsiteY9" fmla="*/ 157031 h 345830"/>
                <a:gd name="connsiteX10" fmla="*/ 0 w 143674"/>
                <a:gd name="connsiteY10" fmla="*/ 157031 h 345830"/>
                <a:gd name="connsiteX11" fmla="*/ 0 w 143674"/>
                <a:gd name="connsiteY11" fmla="*/ 111445 h 345830"/>
                <a:gd name="connsiteX12" fmla="*/ 36383 w 143674"/>
                <a:gd name="connsiteY12" fmla="*/ 111445 h 345830"/>
                <a:gd name="connsiteX13" fmla="*/ 36383 w 143674"/>
                <a:gd name="connsiteY13" fmla="*/ 77825 h 345830"/>
                <a:gd name="connsiteX14" fmla="*/ 110983 w 143674"/>
                <a:gd name="connsiteY14" fmla="*/ 0 h 345830"/>
                <a:gd name="connsiteX15" fmla="*/ 143674 w 143674"/>
                <a:gd name="connsiteY15" fmla="*/ 5066 h 345830"/>
                <a:gd name="connsiteX16" fmla="*/ 143674 w 143674"/>
                <a:gd name="connsiteY16" fmla="*/ 51582 h 3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74" h="345830">
                  <a:moveTo>
                    <a:pt x="143674" y="51582"/>
                  </a:moveTo>
                  <a:cubicBezTo>
                    <a:pt x="136306" y="48358"/>
                    <a:pt x="127555" y="46976"/>
                    <a:pt x="119734" y="46976"/>
                  </a:cubicBezTo>
                  <a:cubicBezTo>
                    <a:pt x="99010" y="46976"/>
                    <a:pt x="90720" y="57569"/>
                    <a:pt x="90720" y="79667"/>
                  </a:cubicBezTo>
                  <a:lnTo>
                    <a:pt x="90720" y="111445"/>
                  </a:lnTo>
                  <a:lnTo>
                    <a:pt x="137235" y="111445"/>
                  </a:lnTo>
                  <a:lnTo>
                    <a:pt x="137235" y="157031"/>
                  </a:lnTo>
                  <a:lnTo>
                    <a:pt x="91180" y="157031"/>
                  </a:lnTo>
                  <a:lnTo>
                    <a:pt x="91180" y="345831"/>
                  </a:lnTo>
                  <a:lnTo>
                    <a:pt x="36383" y="345831"/>
                  </a:lnTo>
                  <a:lnTo>
                    <a:pt x="36383" y="157031"/>
                  </a:lnTo>
                  <a:lnTo>
                    <a:pt x="0" y="157031"/>
                  </a:lnTo>
                  <a:lnTo>
                    <a:pt x="0" y="111445"/>
                  </a:lnTo>
                  <a:lnTo>
                    <a:pt x="36383" y="111445"/>
                  </a:lnTo>
                  <a:lnTo>
                    <a:pt x="36383" y="77825"/>
                  </a:lnTo>
                  <a:cubicBezTo>
                    <a:pt x="36383" y="29015"/>
                    <a:pt x="58490" y="0"/>
                    <a:pt x="110983" y="0"/>
                  </a:cubicBezTo>
                  <a:cubicBezTo>
                    <a:pt x="122958" y="0"/>
                    <a:pt x="134472" y="1382"/>
                    <a:pt x="143674" y="5066"/>
                  </a:cubicBezTo>
                  <a:lnTo>
                    <a:pt x="143674" y="5158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6" name="Freihandform: Form 287">
              <a:extLst>
                <a:ext uri="{FF2B5EF4-FFF2-40B4-BE49-F238E27FC236}">
                  <a16:creationId xmlns:a16="http://schemas.microsoft.com/office/drawing/2014/main" id="{AD7AA03B-065B-884F-B753-EE431E475F56}"/>
                </a:ext>
              </a:extLst>
            </p:cNvPr>
            <p:cNvSpPr/>
            <p:nvPr/>
          </p:nvSpPr>
          <p:spPr>
            <a:xfrm>
              <a:off x="7867277" y="2982353"/>
              <a:ext cx="145977" cy="315903"/>
            </a:xfrm>
            <a:custGeom>
              <a:avLst/>
              <a:gdLst>
                <a:gd name="connsiteX0" fmla="*/ 145977 w 145977"/>
                <a:gd name="connsiteY0" fmla="*/ 260185 h 315903"/>
                <a:gd name="connsiteX1" fmla="*/ 145977 w 145977"/>
                <a:gd name="connsiteY1" fmla="*/ 307153 h 315903"/>
                <a:gd name="connsiteX2" fmla="*/ 99922 w 145977"/>
                <a:gd name="connsiteY2" fmla="*/ 315903 h 315903"/>
                <a:gd name="connsiteX3" fmla="*/ 35914 w 145977"/>
                <a:gd name="connsiteY3" fmla="*/ 250053 h 315903"/>
                <a:gd name="connsiteX4" fmla="*/ 35914 w 145977"/>
                <a:gd name="connsiteY4" fmla="*/ 121577 h 315903"/>
                <a:gd name="connsiteX5" fmla="*/ 0 w 145977"/>
                <a:gd name="connsiteY5" fmla="*/ 121577 h 315903"/>
                <a:gd name="connsiteX6" fmla="*/ 0 w 145977"/>
                <a:gd name="connsiteY6" fmla="*/ 75991 h 315903"/>
                <a:gd name="connsiteX7" fmla="*/ 35454 w 145977"/>
                <a:gd name="connsiteY7" fmla="*/ 75991 h 315903"/>
                <a:gd name="connsiteX8" fmla="*/ 35454 w 145977"/>
                <a:gd name="connsiteY8" fmla="*/ 11983 h 315903"/>
                <a:gd name="connsiteX9" fmla="*/ 90251 w 145977"/>
                <a:gd name="connsiteY9" fmla="*/ 0 h 315903"/>
                <a:gd name="connsiteX10" fmla="*/ 90251 w 145977"/>
                <a:gd name="connsiteY10" fmla="*/ 75982 h 315903"/>
                <a:gd name="connsiteX11" fmla="*/ 145969 w 145977"/>
                <a:gd name="connsiteY11" fmla="*/ 75982 h 315903"/>
                <a:gd name="connsiteX12" fmla="*/ 145969 w 145977"/>
                <a:gd name="connsiteY12" fmla="*/ 121568 h 315903"/>
                <a:gd name="connsiteX13" fmla="*/ 90251 w 145977"/>
                <a:gd name="connsiteY13" fmla="*/ 121568 h 315903"/>
                <a:gd name="connsiteX14" fmla="*/ 90251 w 145977"/>
                <a:gd name="connsiteY14" fmla="*/ 237149 h 315903"/>
                <a:gd name="connsiteX15" fmla="*/ 115573 w 145977"/>
                <a:gd name="connsiteY15" fmla="*/ 268006 h 315903"/>
                <a:gd name="connsiteX16" fmla="*/ 145977 w 145977"/>
                <a:gd name="connsiteY16" fmla="*/ 260185 h 31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5977" h="315903">
                  <a:moveTo>
                    <a:pt x="145977" y="260185"/>
                  </a:moveTo>
                  <a:lnTo>
                    <a:pt x="145977" y="307153"/>
                  </a:lnTo>
                  <a:cubicBezTo>
                    <a:pt x="134003" y="312680"/>
                    <a:pt x="116041" y="315903"/>
                    <a:pt x="99922" y="315903"/>
                  </a:cubicBezTo>
                  <a:cubicBezTo>
                    <a:pt x="58481" y="315903"/>
                    <a:pt x="35914" y="292876"/>
                    <a:pt x="35914" y="250053"/>
                  </a:cubicBezTo>
                  <a:lnTo>
                    <a:pt x="35914" y="121577"/>
                  </a:lnTo>
                  <a:lnTo>
                    <a:pt x="0" y="121577"/>
                  </a:lnTo>
                  <a:lnTo>
                    <a:pt x="0" y="75991"/>
                  </a:lnTo>
                  <a:lnTo>
                    <a:pt x="35454" y="75991"/>
                  </a:lnTo>
                  <a:lnTo>
                    <a:pt x="35454" y="11983"/>
                  </a:lnTo>
                  <a:lnTo>
                    <a:pt x="90251" y="0"/>
                  </a:lnTo>
                  <a:lnTo>
                    <a:pt x="90251" y="75982"/>
                  </a:lnTo>
                  <a:lnTo>
                    <a:pt x="145969" y="75982"/>
                  </a:lnTo>
                  <a:lnTo>
                    <a:pt x="145969" y="121568"/>
                  </a:lnTo>
                  <a:lnTo>
                    <a:pt x="90251" y="121568"/>
                  </a:lnTo>
                  <a:lnTo>
                    <a:pt x="90251" y="237149"/>
                  </a:lnTo>
                  <a:cubicBezTo>
                    <a:pt x="90251" y="258795"/>
                    <a:pt x="97619" y="268006"/>
                    <a:pt x="115573" y="268006"/>
                  </a:cubicBezTo>
                  <a:cubicBezTo>
                    <a:pt x="125713" y="268015"/>
                    <a:pt x="136757" y="264791"/>
                    <a:pt x="145977" y="26018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7" name="Freihandform: Form 288">
              <a:extLst>
                <a:ext uri="{FF2B5EF4-FFF2-40B4-BE49-F238E27FC236}">
                  <a16:creationId xmlns:a16="http://schemas.microsoft.com/office/drawing/2014/main" id="{D3F5F370-AD69-2D4C-85F1-46FCC7778636}"/>
                </a:ext>
              </a:extLst>
            </p:cNvPr>
            <p:cNvSpPr/>
            <p:nvPr/>
          </p:nvSpPr>
          <p:spPr>
            <a:xfrm>
              <a:off x="8049797" y="3052356"/>
              <a:ext cx="214130" cy="245899"/>
            </a:xfrm>
            <a:custGeom>
              <a:avLst/>
              <a:gdLst>
                <a:gd name="connsiteX0" fmla="*/ 116033 w 214130"/>
                <a:gd name="connsiteY0" fmla="*/ 245900 h 245899"/>
                <a:gd name="connsiteX1" fmla="*/ 0 w 214130"/>
                <a:gd name="connsiteY1" fmla="*/ 122489 h 245899"/>
                <a:gd name="connsiteX2" fmla="*/ 110054 w 214130"/>
                <a:gd name="connsiteY2" fmla="*/ 0 h 245899"/>
                <a:gd name="connsiteX3" fmla="*/ 214131 w 214130"/>
                <a:gd name="connsiteY3" fmla="*/ 119266 h 245899"/>
                <a:gd name="connsiteX4" fmla="*/ 213209 w 214130"/>
                <a:gd name="connsiteY4" fmla="*/ 141824 h 245899"/>
                <a:gd name="connsiteX5" fmla="*/ 55727 w 214130"/>
                <a:gd name="connsiteY5" fmla="*/ 141824 h 245899"/>
                <a:gd name="connsiteX6" fmla="*/ 116510 w 214130"/>
                <a:gd name="connsiteY6" fmla="*/ 198924 h 245899"/>
                <a:gd name="connsiteX7" fmla="*/ 174071 w 214130"/>
                <a:gd name="connsiteY7" fmla="*/ 171291 h 245899"/>
                <a:gd name="connsiteX8" fmla="*/ 208143 w 214130"/>
                <a:gd name="connsiteY8" fmla="*/ 207214 h 245899"/>
                <a:gd name="connsiteX9" fmla="*/ 116033 w 214130"/>
                <a:gd name="connsiteY9" fmla="*/ 245900 h 245899"/>
                <a:gd name="connsiteX10" fmla="*/ 54788 w 214130"/>
                <a:gd name="connsiteY10" fmla="*/ 101765 h 245899"/>
                <a:gd name="connsiteX11" fmla="*/ 161159 w 214130"/>
                <a:gd name="connsiteY11" fmla="*/ 101765 h 245899"/>
                <a:gd name="connsiteX12" fmla="*/ 109125 w 214130"/>
                <a:gd name="connsiteY12" fmla="*/ 45125 h 245899"/>
                <a:gd name="connsiteX13" fmla="*/ 54788 w 214130"/>
                <a:gd name="connsiteY13" fmla="*/ 101765 h 245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130" h="245899">
                  <a:moveTo>
                    <a:pt x="116033" y="245900"/>
                  </a:moveTo>
                  <a:cubicBezTo>
                    <a:pt x="46499" y="245900"/>
                    <a:pt x="0" y="196621"/>
                    <a:pt x="0" y="122489"/>
                  </a:cubicBezTo>
                  <a:cubicBezTo>
                    <a:pt x="0" y="49739"/>
                    <a:pt x="44665" y="0"/>
                    <a:pt x="110054" y="0"/>
                  </a:cubicBezTo>
                  <a:cubicBezTo>
                    <a:pt x="173141" y="0"/>
                    <a:pt x="214131" y="46968"/>
                    <a:pt x="214131" y="119266"/>
                  </a:cubicBezTo>
                  <a:cubicBezTo>
                    <a:pt x="214131" y="127095"/>
                    <a:pt x="213670" y="135385"/>
                    <a:pt x="213209" y="141824"/>
                  </a:cubicBezTo>
                  <a:lnTo>
                    <a:pt x="55727" y="141824"/>
                  </a:lnTo>
                  <a:cubicBezTo>
                    <a:pt x="61714" y="178207"/>
                    <a:pt x="83351" y="198924"/>
                    <a:pt x="116510" y="198924"/>
                  </a:cubicBezTo>
                  <a:cubicBezTo>
                    <a:pt x="138147" y="198924"/>
                    <a:pt x="155649" y="190634"/>
                    <a:pt x="174071" y="171291"/>
                  </a:cubicBezTo>
                  <a:lnTo>
                    <a:pt x="208143" y="207214"/>
                  </a:lnTo>
                  <a:cubicBezTo>
                    <a:pt x="181423" y="233465"/>
                    <a:pt x="151487" y="245900"/>
                    <a:pt x="116033" y="245900"/>
                  </a:cubicBezTo>
                  <a:close/>
                  <a:moveTo>
                    <a:pt x="54788" y="101765"/>
                  </a:moveTo>
                  <a:lnTo>
                    <a:pt x="161159" y="101765"/>
                  </a:lnTo>
                  <a:cubicBezTo>
                    <a:pt x="158864" y="65850"/>
                    <a:pt x="139981" y="45125"/>
                    <a:pt x="109125" y="45125"/>
                  </a:cubicBezTo>
                  <a:cubicBezTo>
                    <a:pt x="78729" y="45134"/>
                    <a:pt x="59394" y="65390"/>
                    <a:pt x="54788" y="101765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1" name="Freihandform: Form 289">
              <a:extLst>
                <a:ext uri="{FF2B5EF4-FFF2-40B4-BE49-F238E27FC236}">
                  <a16:creationId xmlns:a16="http://schemas.microsoft.com/office/drawing/2014/main" id="{4A88E5BF-5836-6D42-B2AB-2B1E947329F4}"/>
                </a:ext>
              </a:extLst>
            </p:cNvPr>
            <p:cNvSpPr/>
            <p:nvPr/>
          </p:nvSpPr>
          <p:spPr>
            <a:xfrm>
              <a:off x="8323756" y="3052365"/>
              <a:ext cx="201695" cy="240373"/>
            </a:xfrm>
            <a:custGeom>
              <a:avLst/>
              <a:gdLst>
                <a:gd name="connsiteX0" fmla="*/ 201696 w 201695"/>
                <a:gd name="connsiteY0" fmla="*/ 240365 h 240373"/>
                <a:gd name="connsiteX1" fmla="*/ 146890 w 201695"/>
                <a:gd name="connsiteY1" fmla="*/ 240365 h 240373"/>
                <a:gd name="connsiteX2" fmla="*/ 146890 w 201695"/>
                <a:gd name="connsiteY2" fmla="*/ 106362 h 240373"/>
                <a:gd name="connsiteX3" fmla="*/ 103607 w 201695"/>
                <a:gd name="connsiteY3" fmla="*/ 49262 h 240373"/>
                <a:gd name="connsiteX4" fmla="*/ 54798 w 201695"/>
                <a:gd name="connsiteY4" fmla="*/ 105910 h 240373"/>
                <a:gd name="connsiteX5" fmla="*/ 54798 w 201695"/>
                <a:gd name="connsiteY5" fmla="*/ 240373 h 240373"/>
                <a:gd name="connsiteX6" fmla="*/ 0 w 201695"/>
                <a:gd name="connsiteY6" fmla="*/ 240373 h 240373"/>
                <a:gd name="connsiteX7" fmla="*/ 0 w 201695"/>
                <a:gd name="connsiteY7" fmla="*/ 5987 h 240373"/>
                <a:gd name="connsiteX8" fmla="*/ 54337 w 201695"/>
                <a:gd name="connsiteY8" fmla="*/ 5987 h 240373"/>
                <a:gd name="connsiteX9" fmla="*/ 54337 w 201695"/>
                <a:gd name="connsiteY9" fmla="*/ 34072 h 240373"/>
                <a:gd name="connsiteX10" fmla="*/ 55249 w 201695"/>
                <a:gd name="connsiteY10" fmla="*/ 34072 h 240373"/>
                <a:gd name="connsiteX11" fmla="*/ 124324 w 201695"/>
                <a:gd name="connsiteY11" fmla="*/ 0 h 240373"/>
                <a:gd name="connsiteX12" fmla="*/ 201688 w 201695"/>
                <a:gd name="connsiteY12" fmla="*/ 94856 h 240373"/>
                <a:gd name="connsiteX13" fmla="*/ 201688 w 201695"/>
                <a:gd name="connsiteY13" fmla="*/ 240365 h 2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1695" h="240373">
                  <a:moveTo>
                    <a:pt x="201696" y="240365"/>
                  </a:moveTo>
                  <a:lnTo>
                    <a:pt x="146890" y="240365"/>
                  </a:lnTo>
                  <a:lnTo>
                    <a:pt x="146890" y="106362"/>
                  </a:lnTo>
                  <a:cubicBezTo>
                    <a:pt x="146890" y="72290"/>
                    <a:pt x="136767" y="49262"/>
                    <a:pt x="103607" y="49262"/>
                  </a:cubicBezTo>
                  <a:cubicBezTo>
                    <a:pt x="65390" y="49262"/>
                    <a:pt x="54798" y="80579"/>
                    <a:pt x="54798" y="105910"/>
                  </a:cubicBezTo>
                  <a:lnTo>
                    <a:pt x="54798" y="240373"/>
                  </a:lnTo>
                  <a:lnTo>
                    <a:pt x="0" y="240373"/>
                  </a:lnTo>
                  <a:lnTo>
                    <a:pt x="0" y="5987"/>
                  </a:lnTo>
                  <a:lnTo>
                    <a:pt x="54337" y="5987"/>
                  </a:lnTo>
                  <a:lnTo>
                    <a:pt x="54337" y="34072"/>
                  </a:lnTo>
                  <a:lnTo>
                    <a:pt x="55249" y="34072"/>
                  </a:lnTo>
                  <a:cubicBezTo>
                    <a:pt x="69066" y="13348"/>
                    <a:pt x="93935" y="0"/>
                    <a:pt x="124324" y="0"/>
                  </a:cubicBezTo>
                  <a:cubicBezTo>
                    <a:pt x="177739" y="0"/>
                    <a:pt x="201688" y="39138"/>
                    <a:pt x="201688" y="94856"/>
                  </a:cubicBezTo>
                  <a:lnTo>
                    <a:pt x="201688" y="240365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2" name="Freihandform: Form 290">
              <a:extLst>
                <a:ext uri="{FF2B5EF4-FFF2-40B4-BE49-F238E27FC236}">
                  <a16:creationId xmlns:a16="http://schemas.microsoft.com/office/drawing/2014/main" id="{5944FE77-2F90-2348-85ED-D2E0C848463A}"/>
                </a:ext>
              </a:extLst>
            </p:cNvPr>
            <p:cNvSpPr/>
            <p:nvPr/>
          </p:nvSpPr>
          <p:spPr>
            <a:xfrm>
              <a:off x="8741466" y="2935854"/>
              <a:ext cx="31309" cy="452200"/>
            </a:xfrm>
            <a:custGeom>
              <a:avLst/>
              <a:gdLst>
                <a:gd name="connsiteX0" fmla="*/ 31309 w 31309"/>
                <a:gd name="connsiteY0" fmla="*/ 452201 h 452200"/>
                <a:gd name="connsiteX1" fmla="*/ 0 w 31309"/>
                <a:gd name="connsiteY1" fmla="*/ 452201 h 452200"/>
                <a:gd name="connsiteX2" fmla="*/ 0 w 31309"/>
                <a:gd name="connsiteY2" fmla="*/ 0 h 452200"/>
                <a:gd name="connsiteX3" fmla="*/ 31309 w 31309"/>
                <a:gd name="connsiteY3" fmla="*/ 0 h 452200"/>
                <a:gd name="connsiteX4" fmla="*/ 31309 w 31309"/>
                <a:gd name="connsiteY4" fmla="*/ 452201 h 452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309" h="452200">
                  <a:moveTo>
                    <a:pt x="31309" y="452201"/>
                  </a:moveTo>
                  <a:lnTo>
                    <a:pt x="0" y="452201"/>
                  </a:lnTo>
                  <a:lnTo>
                    <a:pt x="0" y="0"/>
                  </a:lnTo>
                  <a:lnTo>
                    <a:pt x="31309" y="0"/>
                  </a:lnTo>
                  <a:lnTo>
                    <a:pt x="31309" y="452201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3" name="Freihandform: Form 291">
              <a:extLst>
                <a:ext uri="{FF2B5EF4-FFF2-40B4-BE49-F238E27FC236}">
                  <a16:creationId xmlns:a16="http://schemas.microsoft.com/office/drawing/2014/main" id="{80B92F82-E6FF-3D47-8E3F-BA9DAC96F098}"/>
                </a:ext>
              </a:extLst>
            </p:cNvPr>
            <p:cNvSpPr/>
            <p:nvPr/>
          </p:nvSpPr>
          <p:spPr>
            <a:xfrm>
              <a:off x="8970820" y="2968545"/>
              <a:ext cx="398768" cy="324184"/>
            </a:xfrm>
            <a:custGeom>
              <a:avLst/>
              <a:gdLst>
                <a:gd name="connsiteX0" fmla="*/ 0 w 398768"/>
                <a:gd name="connsiteY0" fmla="*/ 0 h 324184"/>
                <a:gd name="connsiteX1" fmla="*/ 60323 w 398768"/>
                <a:gd name="connsiteY1" fmla="*/ 0 h 324184"/>
                <a:gd name="connsiteX2" fmla="*/ 113278 w 398768"/>
                <a:gd name="connsiteY2" fmla="*/ 234847 h 324184"/>
                <a:gd name="connsiteX3" fmla="*/ 114200 w 398768"/>
                <a:gd name="connsiteY3" fmla="*/ 234847 h 324184"/>
                <a:gd name="connsiteX4" fmla="*/ 169909 w 398768"/>
                <a:gd name="connsiteY4" fmla="*/ 0 h 324184"/>
                <a:gd name="connsiteX5" fmla="*/ 229773 w 398768"/>
                <a:gd name="connsiteY5" fmla="*/ 0 h 324184"/>
                <a:gd name="connsiteX6" fmla="*/ 286872 w 398768"/>
                <a:gd name="connsiteY6" fmla="*/ 234847 h 324184"/>
                <a:gd name="connsiteX7" fmla="*/ 287785 w 398768"/>
                <a:gd name="connsiteY7" fmla="*/ 234847 h 324184"/>
                <a:gd name="connsiteX8" fmla="*/ 339358 w 398768"/>
                <a:gd name="connsiteY8" fmla="*/ 0 h 324184"/>
                <a:gd name="connsiteX9" fmla="*/ 398768 w 398768"/>
                <a:gd name="connsiteY9" fmla="*/ 0 h 324184"/>
                <a:gd name="connsiteX10" fmla="*/ 317260 w 398768"/>
                <a:gd name="connsiteY10" fmla="*/ 324185 h 324184"/>
                <a:gd name="connsiteX11" fmla="*/ 257857 w 398768"/>
                <a:gd name="connsiteY11" fmla="*/ 324185 h 324184"/>
                <a:gd name="connsiteX12" fmla="*/ 199837 w 398768"/>
                <a:gd name="connsiteY12" fmla="*/ 86575 h 324184"/>
                <a:gd name="connsiteX13" fmla="*/ 198916 w 398768"/>
                <a:gd name="connsiteY13" fmla="*/ 86575 h 324184"/>
                <a:gd name="connsiteX14" fmla="*/ 140895 w 398768"/>
                <a:gd name="connsiteY14" fmla="*/ 324185 h 324184"/>
                <a:gd name="connsiteX15" fmla="*/ 81032 w 398768"/>
                <a:gd name="connsiteY15" fmla="*/ 324185 h 324184"/>
                <a:gd name="connsiteX16" fmla="*/ 0 w 398768"/>
                <a:gd name="connsiteY16" fmla="*/ 0 h 324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768" h="324184">
                  <a:moveTo>
                    <a:pt x="0" y="0"/>
                  </a:moveTo>
                  <a:lnTo>
                    <a:pt x="60323" y="0"/>
                  </a:lnTo>
                  <a:lnTo>
                    <a:pt x="113278" y="234847"/>
                  </a:lnTo>
                  <a:lnTo>
                    <a:pt x="114200" y="234847"/>
                  </a:lnTo>
                  <a:lnTo>
                    <a:pt x="169909" y="0"/>
                  </a:lnTo>
                  <a:lnTo>
                    <a:pt x="229773" y="0"/>
                  </a:lnTo>
                  <a:lnTo>
                    <a:pt x="286872" y="234847"/>
                  </a:lnTo>
                  <a:lnTo>
                    <a:pt x="287785" y="234847"/>
                  </a:lnTo>
                  <a:lnTo>
                    <a:pt x="339358" y="0"/>
                  </a:lnTo>
                  <a:lnTo>
                    <a:pt x="398768" y="0"/>
                  </a:lnTo>
                  <a:lnTo>
                    <a:pt x="317260" y="324185"/>
                  </a:lnTo>
                  <a:lnTo>
                    <a:pt x="257857" y="324185"/>
                  </a:lnTo>
                  <a:lnTo>
                    <a:pt x="199837" y="86575"/>
                  </a:lnTo>
                  <a:lnTo>
                    <a:pt x="198916" y="86575"/>
                  </a:lnTo>
                  <a:lnTo>
                    <a:pt x="140895" y="324185"/>
                  </a:lnTo>
                  <a:lnTo>
                    <a:pt x="81032" y="32418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4" name="Freihandform: Form 292">
              <a:extLst>
                <a:ext uri="{FF2B5EF4-FFF2-40B4-BE49-F238E27FC236}">
                  <a16:creationId xmlns:a16="http://schemas.microsoft.com/office/drawing/2014/main" id="{64C4FFA3-F4AC-3F41-A5FB-2CB056B9C0FE}"/>
                </a:ext>
              </a:extLst>
            </p:cNvPr>
            <p:cNvSpPr/>
            <p:nvPr/>
          </p:nvSpPr>
          <p:spPr>
            <a:xfrm>
              <a:off x="9415753" y="2954268"/>
              <a:ext cx="69534" cy="338461"/>
            </a:xfrm>
            <a:custGeom>
              <a:avLst/>
              <a:gdLst>
                <a:gd name="connsiteX0" fmla="*/ 69534 w 69534"/>
                <a:gd name="connsiteY0" fmla="*/ 33160 h 338461"/>
                <a:gd name="connsiteX1" fmla="*/ 34533 w 69534"/>
                <a:gd name="connsiteY1" fmla="*/ 66311 h 338461"/>
                <a:gd name="connsiteX2" fmla="*/ 0 w 69534"/>
                <a:gd name="connsiteY2" fmla="*/ 33160 h 338461"/>
                <a:gd name="connsiteX3" fmla="*/ 34533 w 69534"/>
                <a:gd name="connsiteY3" fmla="*/ 0 h 338461"/>
                <a:gd name="connsiteX4" fmla="*/ 69534 w 69534"/>
                <a:gd name="connsiteY4" fmla="*/ 33160 h 338461"/>
                <a:gd name="connsiteX5" fmla="*/ 62165 w 69534"/>
                <a:gd name="connsiteY5" fmla="*/ 338462 h 338461"/>
                <a:gd name="connsiteX6" fmla="*/ 7369 w 69534"/>
                <a:gd name="connsiteY6" fmla="*/ 338462 h 338461"/>
                <a:gd name="connsiteX7" fmla="*/ 7369 w 69534"/>
                <a:gd name="connsiteY7" fmla="*/ 104076 h 338461"/>
                <a:gd name="connsiteX8" fmla="*/ 62165 w 69534"/>
                <a:gd name="connsiteY8" fmla="*/ 104076 h 338461"/>
                <a:gd name="connsiteX9" fmla="*/ 62165 w 69534"/>
                <a:gd name="connsiteY9" fmla="*/ 338462 h 33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534" h="338461">
                  <a:moveTo>
                    <a:pt x="69534" y="33160"/>
                  </a:moveTo>
                  <a:cubicBezTo>
                    <a:pt x="69534" y="52503"/>
                    <a:pt x="53876" y="66311"/>
                    <a:pt x="34533" y="66311"/>
                  </a:cubicBezTo>
                  <a:cubicBezTo>
                    <a:pt x="15650" y="66311"/>
                    <a:pt x="0" y="52503"/>
                    <a:pt x="0" y="33160"/>
                  </a:cubicBezTo>
                  <a:cubicBezTo>
                    <a:pt x="0" y="14277"/>
                    <a:pt x="15650" y="0"/>
                    <a:pt x="34533" y="0"/>
                  </a:cubicBezTo>
                  <a:cubicBezTo>
                    <a:pt x="53876" y="0"/>
                    <a:pt x="69534" y="14277"/>
                    <a:pt x="69534" y="33160"/>
                  </a:cubicBezTo>
                  <a:close/>
                  <a:moveTo>
                    <a:pt x="62165" y="338462"/>
                  </a:moveTo>
                  <a:lnTo>
                    <a:pt x="7369" y="338462"/>
                  </a:lnTo>
                  <a:lnTo>
                    <a:pt x="7369" y="104076"/>
                  </a:lnTo>
                  <a:lnTo>
                    <a:pt x="62165" y="104076"/>
                  </a:lnTo>
                  <a:lnTo>
                    <a:pt x="62165" y="338462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5" name="Freihandform: Form 293">
              <a:extLst>
                <a:ext uri="{FF2B5EF4-FFF2-40B4-BE49-F238E27FC236}">
                  <a16:creationId xmlns:a16="http://schemas.microsoft.com/office/drawing/2014/main" id="{5B446D7B-E0C1-0F4F-8BD0-A125A1C87746}"/>
                </a:ext>
              </a:extLst>
            </p:cNvPr>
            <p:cNvSpPr/>
            <p:nvPr/>
          </p:nvSpPr>
          <p:spPr>
            <a:xfrm>
              <a:off x="9528805" y="2963018"/>
              <a:ext cx="227486" cy="335246"/>
            </a:xfrm>
            <a:custGeom>
              <a:avLst/>
              <a:gdLst>
                <a:gd name="connsiteX0" fmla="*/ 36383 w 227486"/>
                <a:gd name="connsiteY0" fmla="*/ 245900 h 335246"/>
                <a:gd name="connsiteX1" fmla="*/ 116971 w 227486"/>
                <a:gd name="connsiteY1" fmla="*/ 282283 h 335246"/>
                <a:gd name="connsiteX2" fmla="*/ 169466 w 227486"/>
                <a:gd name="connsiteY2" fmla="*/ 241755 h 335246"/>
                <a:gd name="connsiteX3" fmla="*/ 10601 w 227486"/>
                <a:gd name="connsiteY3" fmla="*/ 93944 h 335246"/>
                <a:gd name="connsiteX4" fmla="*/ 120656 w 227486"/>
                <a:gd name="connsiteY4" fmla="*/ 0 h 335246"/>
                <a:gd name="connsiteX5" fmla="*/ 225183 w 227486"/>
                <a:gd name="connsiteY5" fmla="*/ 39147 h 335246"/>
                <a:gd name="connsiteX6" fmla="*/ 188808 w 227486"/>
                <a:gd name="connsiteY6" fmla="*/ 83812 h 335246"/>
                <a:gd name="connsiteX7" fmla="*/ 117884 w 227486"/>
                <a:gd name="connsiteY7" fmla="*/ 52503 h 335246"/>
                <a:gd name="connsiteX8" fmla="*/ 68613 w 227486"/>
                <a:gd name="connsiteY8" fmla="*/ 88886 h 335246"/>
                <a:gd name="connsiteX9" fmla="*/ 227486 w 227486"/>
                <a:gd name="connsiteY9" fmla="*/ 237158 h 335246"/>
                <a:gd name="connsiteX10" fmla="*/ 115590 w 227486"/>
                <a:gd name="connsiteY10" fmla="*/ 335246 h 335246"/>
                <a:gd name="connsiteX11" fmla="*/ 0 w 227486"/>
                <a:gd name="connsiteY11" fmla="*/ 290573 h 335246"/>
                <a:gd name="connsiteX12" fmla="*/ 36383 w 227486"/>
                <a:gd name="connsiteY12" fmla="*/ 245900 h 33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486" h="335246">
                  <a:moveTo>
                    <a:pt x="36383" y="245900"/>
                  </a:moveTo>
                  <a:cubicBezTo>
                    <a:pt x="60323" y="268927"/>
                    <a:pt x="89799" y="282283"/>
                    <a:pt x="116971" y="282283"/>
                  </a:cubicBezTo>
                  <a:cubicBezTo>
                    <a:pt x="147359" y="282283"/>
                    <a:pt x="169466" y="265243"/>
                    <a:pt x="169466" y="241755"/>
                  </a:cubicBezTo>
                  <a:cubicBezTo>
                    <a:pt x="169466" y="179589"/>
                    <a:pt x="10601" y="198932"/>
                    <a:pt x="10601" y="93944"/>
                  </a:cubicBezTo>
                  <a:cubicBezTo>
                    <a:pt x="10601" y="38226"/>
                    <a:pt x="55727" y="0"/>
                    <a:pt x="120656" y="0"/>
                  </a:cubicBezTo>
                  <a:cubicBezTo>
                    <a:pt x="159342" y="0"/>
                    <a:pt x="195256" y="13356"/>
                    <a:pt x="225183" y="39147"/>
                  </a:cubicBezTo>
                  <a:lnTo>
                    <a:pt x="188808" y="83812"/>
                  </a:lnTo>
                  <a:cubicBezTo>
                    <a:pt x="165321" y="63087"/>
                    <a:pt x="141841" y="52503"/>
                    <a:pt x="117884" y="52503"/>
                  </a:cubicBezTo>
                  <a:cubicBezTo>
                    <a:pt x="89339" y="52503"/>
                    <a:pt x="68613" y="67692"/>
                    <a:pt x="68613" y="88886"/>
                  </a:cubicBezTo>
                  <a:cubicBezTo>
                    <a:pt x="68613" y="147359"/>
                    <a:pt x="227486" y="128024"/>
                    <a:pt x="227486" y="237158"/>
                  </a:cubicBezTo>
                  <a:cubicBezTo>
                    <a:pt x="227486" y="295639"/>
                    <a:pt x="182352" y="335246"/>
                    <a:pt x="115590" y="335246"/>
                  </a:cubicBezTo>
                  <a:cubicBezTo>
                    <a:pt x="72767" y="335246"/>
                    <a:pt x="30857" y="319127"/>
                    <a:pt x="0" y="290573"/>
                  </a:cubicBezTo>
                  <a:lnTo>
                    <a:pt x="36383" y="245900"/>
                  </a:ln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86" name="Freihandform: Form 294">
              <a:extLst>
                <a:ext uri="{FF2B5EF4-FFF2-40B4-BE49-F238E27FC236}">
                  <a16:creationId xmlns:a16="http://schemas.microsoft.com/office/drawing/2014/main" id="{F99A2B08-EB8E-3C4E-86A9-E0CD77BE4516}"/>
                </a:ext>
              </a:extLst>
            </p:cNvPr>
            <p:cNvSpPr/>
            <p:nvPr/>
          </p:nvSpPr>
          <p:spPr>
            <a:xfrm>
              <a:off x="9804959" y="3052356"/>
              <a:ext cx="225636" cy="245908"/>
            </a:xfrm>
            <a:custGeom>
              <a:avLst/>
              <a:gdLst>
                <a:gd name="connsiteX0" fmla="*/ 0 w 225636"/>
                <a:gd name="connsiteY0" fmla="*/ 122950 h 245908"/>
                <a:gd name="connsiteX1" fmla="*/ 113739 w 225636"/>
                <a:gd name="connsiteY1" fmla="*/ 0 h 245908"/>
                <a:gd name="connsiteX2" fmla="*/ 225636 w 225636"/>
                <a:gd name="connsiteY2" fmla="*/ 122950 h 245908"/>
                <a:gd name="connsiteX3" fmla="*/ 113739 w 225636"/>
                <a:gd name="connsiteY3" fmla="*/ 245908 h 245908"/>
                <a:gd name="connsiteX4" fmla="*/ 0 w 225636"/>
                <a:gd name="connsiteY4" fmla="*/ 122950 h 245908"/>
                <a:gd name="connsiteX5" fmla="*/ 171300 w 225636"/>
                <a:gd name="connsiteY5" fmla="*/ 123410 h 245908"/>
                <a:gd name="connsiteX6" fmla="*/ 112818 w 225636"/>
                <a:gd name="connsiteY6" fmla="*/ 49731 h 245908"/>
                <a:gd name="connsiteX7" fmla="*/ 54345 w 225636"/>
                <a:gd name="connsiteY7" fmla="*/ 122481 h 245908"/>
                <a:gd name="connsiteX8" fmla="*/ 113287 w 225636"/>
                <a:gd name="connsiteY8" fmla="*/ 196621 h 245908"/>
                <a:gd name="connsiteX9" fmla="*/ 171300 w 225636"/>
                <a:gd name="connsiteY9" fmla="*/ 123410 h 24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5636" h="245908">
                  <a:moveTo>
                    <a:pt x="0" y="122950"/>
                  </a:moveTo>
                  <a:cubicBezTo>
                    <a:pt x="0" y="49270"/>
                    <a:pt x="45586" y="0"/>
                    <a:pt x="113739" y="0"/>
                  </a:cubicBezTo>
                  <a:cubicBezTo>
                    <a:pt x="181431" y="0"/>
                    <a:pt x="225636" y="48349"/>
                    <a:pt x="225636" y="122950"/>
                  </a:cubicBezTo>
                  <a:cubicBezTo>
                    <a:pt x="225636" y="196629"/>
                    <a:pt x="181884" y="245908"/>
                    <a:pt x="113739" y="245908"/>
                  </a:cubicBezTo>
                  <a:cubicBezTo>
                    <a:pt x="46047" y="245900"/>
                    <a:pt x="0" y="197090"/>
                    <a:pt x="0" y="122950"/>
                  </a:cubicBezTo>
                  <a:close/>
                  <a:moveTo>
                    <a:pt x="171300" y="123410"/>
                  </a:moveTo>
                  <a:cubicBezTo>
                    <a:pt x="171300" y="77824"/>
                    <a:pt x="148741" y="49731"/>
                    <a:pt x="112818" y="49731"/>
                  </a:cubicBezTo>
                  <a:cubicBezTo>
                    <a:pt x="76443" y="49731"/>
                    <a:pt x="54345" y="77816"/>
                    <a:pt x="54345" y="122481"/>
                  </a:cubicBezTo>
                  <a:cubicBezTo>
                    <a:pt x="54345" y="168067"/>
                    <a:pt x="76903" y="196621"/>
                    <a:pt x="113287" y="196621"/>
                  </a:cubicBezTo>
                  <a:cubicBezTo>
                    <a:pt x="149193" y="196629"/>
                    <a:pt x="171300" y="168536"/>
                    <a:pt x="171300" y="123410"/>
                  </a:cubicBezTo>
                  <a:close/>
                </a:path>
              </a:pathLst>
            </a:custGeom>
            <a:grpFill/>
            <a:ln w="83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pic>
        <p:nvPicPr>
          <p:cNvPr id="162" name="Grafik 161">
            <a:extLst>
              <a:ext uri="{FF2B5EF4-FFF2-40B4-BE49-F238E27FC236}">
                <a16:creationId xmlns:a16="http://schemas.microsoft.com/office/drawing/2014/main" id="{3500CBD5-26D7-4BD6-B14C-4225DE0E08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200" y="302400"/>
            <a:ext cx="1404630" cy="53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8911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3999BA3-562C-4E45-8F3B-A023F450B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1581D5-332D-4C8E-AF45-43F518A6E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9" y="1631156"/>
            <a:ext cx="11157744" cy="4569619"/>
          </a:xfrm>
          <a:prstGeom prst="rect">
            <a:avLst/>
          </a:prstGeom>
        </p:spPr>
        <p:txBody>
          <a:bodyPr vert="horz" lIns="0" tIns="0" rIns="360000" bIns="0" rtlCol="0" anchor="t" anchorCtr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DD440FC-859D-4521-8908-A802F3E535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7351" y="6634666"/>
            <a:ext cx="849593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68005349-B597-40A4-BBEC-241EC89DAF8C}" type="datetime4">
              <a:rPr lang="de-DE" smtClean="0"/>
              <a:t>24. März 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8C6C66-9703-4B53-BAF2-1F89587F3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8319" y="6634666"/>
            <a:ext cx="5469732" cy="12311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Wirtschafts- und Sozialwissenschaften | WiSo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C2FAB54-E254-4FCB-BB98-1E4D5A6D0B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2099" y="6634666"/>
            <a:ext cx="193964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39EA0DE-CCA1-4795-BE19-74C50E90E6A6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rgbClr val="C50F3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10272FF-60F7-4AF4-9CD6-0A04080EA9B4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rgbClr val="C50F3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94ED806-CB19-40CC-A79A-590CC1E2001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4AAF1C65-9B2D-4CC2-AC17-D265DC4D73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1A82F2D7-59C8-4661-B851-DC008AA6297D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11FD6C4-2ACB-4F36-A3BA-68BAE793E096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779170BC-C4E0-4FC8-93EA-CB17C932729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CF57888-5707-459D-94AC-235CE0EBEDD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503014F4-59EC-4961-A29D-259A33C423B3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BD8E14DC-3898-4BA1-91EA-46ADC917A58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61BB5C6B-8FE1-44A4-AE66-C1DB01AE301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B9991022-C87B-4402-BF68-CD3ED59D5D85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39873FE-8996-424A-94FE-EEEEC0A7B6C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A04C5416-0A35-4C8C-8975-2F5057F69C4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F9A881D-D6E0-4814-9AA3-AAF6697A62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ECA5DFD-01F8-49BC-9DE9-EE577F9B403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348451A-09A8-4D76-AA86-13CB9E64077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324DF2EB-9047-4DDA-A12A-4BAC4962F78F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690A038D-AD14-4251-A0A9-22A5F6713B0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9E3D1027-C73A-4F88-AB8D-55680AB053E7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B6244944-3F97-4474-9D4A-3D31BFBC3DF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97182CE3-E874-4552-B5B3-4076C990890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DFE6B92B-AC01-4482-A6E7-400EF0E7F9ED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EC5B3E5-86C1-4027-A74F-789345DFA68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7B62256D-25C9-4899-8A3A-7970EB4706F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29A2699B-FFE8-4320-BD7A-68D214D9A58B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1A9EBBA-C118-4592-8B41-99FA797C19C4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5C123C4-4121-4372-95DF-DC232FC6A3E1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10C304B0-38F3-48B3-A23F-BE3EEAF774D6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EA609601-D94C-4D05-A7EF-EBA9D6ACA00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E2CEB042-C849-4BE4-A0F0-03828777E713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58E387D-7C2C-4001-94B6-8372A7A130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29EC0E69-66B7-4E97-B0AC-9CFA0DDEC604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pic>
        <p:nvPicPr>
          <p:cNvPr id="12" name="Grafik 11">
            <a:extLst>
              <a:ext uri="{FF2B5EF4-FFF2-40B4-BE49-F238E27FC236}">
                <a16:creationId xmlns:a16="http://schemas.microsoft.com/office/drawing/2014/main" id="{28F581A1-2625-4A6C-8B67-D585EBDF0C94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8400" y="306000"/>
            <a:ext cx="1080000" cy="412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005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706" r:id="rId13"/>
    <p:sldLayoutId id="2147483707" r:id="rId14"/>
    <p:sldLayoutId id="2147483708" r:id="rId15"/>
    <p:sldLayoutId id="2147483709" r:id="rId16"/>
    <p:sldLayoutId id="2147483710" r:id="rId17"/>
    <p:sldLayoutId id="2147483711" r:id="rId18"/>
    <p:sldLayoutId id="2147483712" r:id="rId19"/>
    <p:sldLayoutId id="2147483713" r:id="rId2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rgbClr val="041E4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25">
          <p15:clr>
            <a:srgbClr val="F26B43"/>
          </p15:clr>
        </p15:guide>
        <p15:guide id="4" pos="7355">
          <p15:clr>
            <a:srgbClr val="F26B43"/>
          </p15:clr>
        </p15:guide>
        <p15:guide id="5" orient="horz" pos="187">
          <p15:clr>
            <a:srgbClr val="F26B43"/>
          </p15:clr>
        </p15:guide>
        <p15:guide id="6" orient="horz" pos="799">
          <p15:clr>
            <a:srgbClr val="F26B43"/>
          </p15:clr>
        </p15:guide>
        <p15:guide id="7" orient="horz" pos="1026">
          <p15:clr>
            <a:srgbClr val="F26B43"/>
          </p15:clr>
        </p15:guide>
        <p15:guide id="8" orient="horz" pos="3906">
          <p15:clr>
            <a:srgbClr val="F26B43"/>
          </p15:clr>
        </p15:guide>
        <p15:guide id="9" orient="horz" pos="4178">
          <p15:clr>
            <a:srgbClr val="F26B43"/>
          </p15:clr>
        </p15:guide>
        <p15:guide id="10" pos="3908">
          <p15:clr>
            <a:srgbClr val="F26B43"/>
          </p15:clr>
        </p15:guide>
        <p15:guide id="11" pos="3772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ZOE Nord-Korfu</a:t>
            </a:r>
          </a:p>
          <a:p>
            <a:r>
              <a:t>Phase 4: Demonstration</a:t>
            </a:r>
          </a:p>
          <a:p>
            <a:r>
              <a:t>Anshul Agrawal · FAU WiSo · SoSe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Beitrag = Instanziierung + Wirksamkeits-Nachweis der Designprinzipien</a:t>
            </a:r>
          </a:p>
          <a:p>
            <a:pPr/>
            <a:r>
              <a:t>Ebene 1 (Gregor &amp; Hevner 2013): lauffähiges Artefakt + expository instantiation (Gregor &amp; Jones 2007)</a:t>
            </a:r>
          </a:p>
          <a:p>
            <a:pPr/>
            <a:r>
              <a:t>Demonstration in 4 Iterationen (TP1, TP3, TP2/4, TP6) -&gt; Status quo</a:t>
            </a:r>
          </a:p>
          <a:p>
            <a:pPr/>
            <a:r>
              <a:t>Brücke zur Evaluation: ex-ante machbar, ex-post nach FEDS konzipiert</a:t>
            </a:r>
          </a:p>
          <a:p>
            <a:pPr/>
            <a:r>
              <a:t>Abgrenzung: Marieclaires Beitrag = Designprinzipien (Phase 3)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Mein DSR-Beitrag (Phase 4)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Demonstration: zeigt, DASS das Artefakt löst (Versionen/Szenarien); Evaluation (Ph. 5): WIE GUT</a:t>
            </a:r>
          </a:p>
          <a:p>
            <a:pPr/>
            <a:r>
              <a:t>methodisch: expository instantiation (Gregor &amp; Jones 2007)</a:t>
            </a:r>
          </a:p>
          <a:p>
            <a:pPr/>
            <a:r>
              <a:t>Agenda: 4 Demonstrations-Iterationen -&gt; Status quo</a:t>
            </a:r>
          </a:p>
          <a:p>
            <a:pPr/>
            <a:r>
              <a:t>Iter 1 Sichtbarkeit · 2 SDG-Transparenz · 3 Beteiligung &amp; Zielgruppen · 4 Tourist:innen &amp; Community</a:t>
            </a:r>
          </a:p>
          <a:p>
            <a:pPr/>
            <a:r>
              <a:t>Hinweis: Design-Begründung je Stufe = Marieclaires Phase 3; ich zeige, DASS jede Stufe funktioniert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Demonstration? + Agenda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demonstriert: zentraler Aktionskatalog + Detailseite</a:t>
            </a:r>
          </a:p>
          <a:p>
            <a:pPr/>
            <a:r>
              <a:t>Persona: Einwohner:in/Tourist:in findet Aktion X und ihren Fortschritt</a:t>
            </a:r>
          </a:p>
          <a:p>
            <a:pPr/>
            <a:r>
              <a:t>belegt DP1: Simelio-Solà 2021 [A], Tsatsani 2024 [A]</a:t>
            </a:r>
          </a:p>
          <a:p>
            <a:pPr/>
            <a:r>
              <a:t>Hier Live-Demo / Screenshot: Aktionsübersicht + Detailseite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1 (Demo): Sichtbarkeit (TP1)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demonstriert: SDG-Dashboard + SDG-Badges + Transparenz-KPIs</a:t>
            </a:r>
          </a:p>
          <a:p>
            <a:pPr/>
            <a:r>
              <a:t>Persona: Lehrer:in — "welche SDGs? welche Wirkung?"</a:t>
            </a:r>
          </a:p>
          <a:p>
            <a:pPr/>
            <a:r>
              <a:t>alle Zahlen klar als fiktive Prototyp-Daten gekennzeichnet</a:t>
            </a:r>
          </a:p>
          <a:p>
            <a:pPr/>
            <a:r>
              <a:t>belegt DP3: Chokki [A, Preprint], Simonofski 2022 [A], Grimmelikhuijsen &amp; Welch 2012 [A]</a:t>
            </a:r>
          </a:p>
          <a:p>
            <a:pPr/>
            <a:r>
              <a:t>Hier Live-Demo / Screenshot: SDG-Dashboard + Transparenz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2 (Demo): SDG-Transparenz (TP3)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demonstriert: Einreichung OHNE Account; Sprachumschaltung EN/EL/DE + Tastaturnavigation</a:t>
            </a:r>
          </a:p>
          <a:p>
            <a:pPr/>
            <a:r>
              <a:t>Persona: Anwohner:in reicht Idee ein; Gast mit Screenreader</a:t>
            </a:r>
          </a:p>
          <a:p>
            <a:pPr/>
            <a:r>
              <a:t>ehrliche Grenze: Einreichung nicht persistiert; Altseiten noch nicht durchgängig i18n</a:t>
            </a:r>
          </a:p>
          <a:p>
            <a:pPr/>
            <a:r>
              <a:t>Belege: Saldivar [A], Arana-Catania 2021 [A], Thiel 2016 [B]; Csontos &amp; Heckl [A], Pontus 2021 [A]</a:t>
            </a:r>
          </a:p>
          <a:p>
            <a:pPr/>
            <a:r>
              <a:t>Hier Live-Demo / Screenshot: Formular ohne Account + Sprachumschaltung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3 (Demo): Beteiligung &amp; Zielgruppen (TP2/4)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demonstriert: "Get Involved" — Initiative-Tabs + Tourist:innen-Sektion + Newsletter-Konzept</a:t>
            </a:r>
          </a:p>
          <a:p>
            <a:pPr/>
            <a:r>
              <a:t>Persona: Tourist:in — "wie kann ich als Gast helfen?"</a:t>
            </a:r>
          </a:p>
          <a:p>
            <a:pPr/>
            <a:r>
              <a:t>belegt DP6: Laksmi 2026 [A], Vegas Macias 2023 [A]</a:t>
            </a:r>
          </a:p>
          <a:p>
            <a:pPr/>
            <a:r>
              <a:t>Hier Live-Demo / Screenshot: Get-Involved-Seite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4 (Demo): Tourist:innen &amp; Community (TP6)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integrierter End-to-End-Walkthrough: alle 4 Iterationen zusammen</a:t>
            </a:r>
          </a:p>
          <a:p>
            <a:pPr/>
            <a:r>
              <a:t>zeigt die Kohärenz der Designprinzipien (sie greifen ineinander)</a:t>
            </a:r>
          </a:p>
          <a:p>
            <a:pPr/>
            <a:r>
              <a:t>gebaut vs. konzipiert sauber getrennt</a:t>
            </a:r>
          </a:p>
          <a:p>
            <a:pPr/>
            <a:r>
              <a:t>Hier Live-Demo / Screenshot: Startseite + Gesamtfluss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Demonstration: Status quo (integriert)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Jetzt machbar (ex-ante/artificial): WCAG-Audit (axe+manuell), Lighthouse (wie Tsatsani 2024), Heuristik</a:t>
            </a:r>
          </a:p>
          <a:p>
            <a:pPr/>
            <a:r>
              <a:t>Konzipiert (ex-post/naturalistic): Task-Tests, SUS, Verständnis-/Transparenz-Maße</a:t>
            </a:r>
          </a:p>
          <a:p>
            <a:pPr/>
            <a:r>
              <a:t>Rahmen: FEDS (Venable et al., 2016) — Human Risk &amp; Effectiveness</a:t>
            </a:r>
          </a:p>
          <a:p>
            <a:pPr/>
            <a:r>
              <a:t>Übergabe an Phase 5 -&gt; Phase 6 (Kommunikation)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Brücke zur Evaluation (Phase 5)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t>Peffers et al. (2007); Gregor &amp; Jones (2007); Gregor &amp; Hevner (2013); Venable et al. (2016) FEDS</a:t>
            </a:r>
          </a:p>
          <a:p>
            <a:pPr/>
            <a:r>
              <a:t>Simelio-Solà 2021; Tsatsani 2024; Simonofski 2022; Grimmelikhuijsen &amp; Welch 2012</a:t>
            </a:r>
          </a:p>
          <a:p>
            <a:pPr/>
            <a:r>
              <a:t>Saldivar; Arana-Catania 2021; Thiel 2016; Pontus 2021; Vegas Macias 2023; Laksmi 2026</a:t>
            </a:r>
          </a:p>
          <a:p>
            <a:pPr/>
            <a:r>
              <a:t>Vollständig + A/B: docs/literature-review.md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Quellen (Auswahl, APA7)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38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U - Wirtschafts- und Sozialwissenschaften">
  <a:themeElements>
    <a:clrScheme name="FAU - Rot">
      <a:dk1>
        <a:sysClr val="windowText" lastClr="000000"/>
      </a:dk1>
      <a:lt1>
        <a:srgbClr val="FFFFFF"/>
      </a:lt1>
      <a:dk2>
        <a:srgbClr val="C50F3C"/>
      </a:dk2>
      <a:lt2>
        <a:srgbClr val="FFFFFF"/>
      </a:lt2>
      <a:accent1>
        <a:srgbClr val="7F7F7F"/>
      </a:accent1>
      <a:accent2>
        <a:srgbClr val="662938"/>
      </a:accent2>
      <a:accent3>
        <a:srgbClr val="971B2F"/>
      </a:accent3>
      <a:accent4>
        <a:srgbClr val="C50F3C"/>
      </a:accent4>
      <a:accent5>
        <a:srgbClr val="EBCCB7"/>
      </a:accent5>
      <a:accent6>
        <a:srgbClr val="C7C7C7"/>
      </a:accent6>
      <a:hlink>
        <a:srgbClr val="971B2F"/>
      </a:hlink>
      <a:folHlink>
        <a:srgbClr val="000000"/>
      </a:folHlink>
    </a:clrScheme>
    <a:fontScheme name="FA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180000" tIns="180000" rIns="180000" bIns="180000" rtlCol="0" anchor="ctr"/>
      <a:lstStyle>
        <a:defPPr marL="0" marR="0" indent="0" algn="ctr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marR="0" indent="0" algn="l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prstClr val="black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7C64748B88E4F4A81E78C320064AA18" ma:contentTypeVersion="13" ma:contentTypeDescription="Ein neues Dokument erstellen." ma:contentTypeScope="" ma:versionID="7d7fe78eff81fbacf66dc0ff6aeec5a3">
  <xsd:schema xmlns:xsd="http://www.w3.org/2001/XMLSchema" xmlns:xs="http://www.w3.org/2001/XMLSchema" xmlns:p="http://schemas.microsoft.com/office/2006/metadata/properties" xmlns:ns2="e1a9e197-d112-4abb-aa0c-4ed035d690a3" xmlns:ns3="5d4c14f1-5e26-4315-944b-e10ebb29e5be" targetNamespace="http://schemas.microsoft.com/office/2006/metadata/properties" ma:root="true" ma:fieldsID="798e591f6d3205a21a5c8f3fdff7cfef" ns2:_="" ns3:_="">
    <xsd:import namespace="e1a9e197-d112-4abb-aa0c-4ed035d690a3"/>
    <xsd:import namespace="5d4c14f1-5e26-4315-944b-e10ebb29e5b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a9e197-d112-4abb-aa0c-4ed035d690a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4c14f1-5e26-4315-944b-e10ebb29e5b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C1A7FE3-81F7-4596-A188-3EE8D4188E1F}">
  <ds:schemaRefs>
    <ds:schemaRef ds:uri="e1a9e197-d112-4abb-aa0c-4ed035d690a3"/>
    <ds:schemaRef ds:uri="http://purl.org/dc/terms/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5d4c14f1-5e26-4315-944b-e10ebb29e5be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E457329C-FB5F-4A4D-B331-82D30E9A743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262A9A3-4B89-40BF-B1CB-4DD4A4F9CB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a9e197-d112-4abb-aa0c-4ed035d690a3"/>
    <ds:schemaRef ds:uri="5d4c14f1-5e26-4315-944b-e10ebb29e5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1804</Words>
  <Application>Microsoft Office PowerPoint</Application>
  <PresentationFormat>Breitbild</PresentationFormat>
  <Paragraphs>358</Paragraphs>
  <Slides>26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0" baseType="lpstr">
      <vt:lpstr>Arial</vt:lpstr>
      <vt:lpstr>Calibri</vt:lpstr>
      <vt:lpstr>Symbol</vt:lpstr>
      <vt:lpstr>FAU - Wirtschafts- und Sozialwissenschaften</vt:lpstr>
      <vt:lpstr>Willkommen</vt:lpstr>
      <vt:lpstr>Agenda</vt:lpstr>
      <vt:lpstr>Agenda | mit Bild</vt:lpstr>
      <vt:lpstr>Kapiteltrenner Mehrzeilig möglich</vt:lpstr>
      <vt:lpstr>Textfolie</vt:lpstr>
      <vt:lpstr>Textfolie | zweispaltig</vt:lpstr>
      <vt:lpstr>Textfolie | dreispaltig</vt:lpstr>
      <vt:lpstr>Text- Bildfolie</vt:lpstr>
      <vt:lpstr>Bild- Textfolie</vt:lpstr>
      <vt:lpstr>PowerPoint-Präsentation</vt:lpstr>
      <vt:lpstr>Bildfolie</vt:lpstr>
      <vt:lpstr>Bildfolie | zweispaltig</vt:lpstr>
      <vt:lpstr>Bildfolie | dreispaltig</vt:lpstr>
      <vt:lpstr>Inhaltsfolie | Säulendiagramm</vt:lpstr>
      <vt:lpstr>Inhaltsfolie mit Text | Säulendiagramm</vt:lpstr>
      <vt:lpstr>Inhaltsfolie | Torten- &amp; Ringdiagramm</vt:lpstr>
      <vt:lpstr>Inhaltsfolie mit Text | Torten- &amp; Ringdiagramm</vt:lpstr>
      <vt:lpstr>Inhaltsfolie mit Text | Torten- &amp; Ringdiagramm</vt:lpstr>
      <vt:lpstr>Inhaltsfolie | Tabellenbeispiel</vt:lpstr>
      <vt:lpstr>Inhaltsfolie mit Text | Tabellenbeispiel</vt:lpstr>
      <vt:lpstr>Folie zur freien Gestaltung | Rot</vt:lpstr>
      <vt:lpstr>Folie zur freien Gestaltung | Beispiel: Zeitstrahl</vt:lpstr>
      <vt:lpstr>Folie zur freien Gestaltung | weiß</vt:lpstr>
      <vt:lpstr>Folie zur freien Gestaltung | Beispiel: Zeitstrahl</vt:lpstr>
      <vt:lpstr>Zitatfolie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Willkommen</dc:title>
  <dc:creator>FAU Brand Office</dc:creator>
  <cp:lastModifiedBy>Schardt, Marlena</cp:lastModifiedBy>
  <cp:revision>116</cp:revision>
  <dcterms:created xsi:type="dcterms:W3CDTF">2021-11-18T07:49:57Z</dcterms:created>
  <dcterms:modified xsi:type="dcterms:W3CDTF">2026-03-24T11:16:07Z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0x010100B7C64748B88E4F4A81E78C320064AA18</vt:lpwstr>
  </property>
</Properties>
</file>