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Ich übernehme Phase 4 — die Demonstration. Platzhalter: Peffers-Diagramm mit markierter Phase 4. Marieclaire hat die Designprinzipien instanziiert; ich zeige, dass das Artefakt die Teilprobleme in realistischen Szenarien adressiert.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Wichtige Abgrenzung: Demonstration zeigt, dass das Artefakt das Problem grundsätzlich lösen kann — anhand repräsentativer Szenarien. Evaluation (Phase 5) misst, wie gut, mit echten Nutzer:innen. Methodisch entspricht meine Phase der expository instantiation bei Gregor und Jones (2007).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Kurzer Überblick: ZOE ist eine Full-Stack-Anwendung mit Admin-Bereich für die Gemeinde, dreisprachig, mit WCAG-Setup und automatisierten Tests. Bei jedem Schritt betone ich, was gebaut und was nur konzipiert ist — akademische Pflicht und Schutz vor Überverkaufen.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Szenario A, Teilproblem 1 und 6. Eine Touristin bei Acharavi will helfen: Übersicht, Get Involved, Tab Meer &amp; Küste, Sektion Wie Besucher:innen beitragen. Das demonstriert DP1 (zentral/gruppiert) und DP6 (Tourist:innen als Ressource), belegt durch Typ-A-Quellen: Simelio-Solà 2021 sowie die analogen Mittelmeer-Studien Vegas Macias 2023 (Malta) und Laksmi 2026 (Bali). Hier die Live-Demo.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Szenario B, Teilproblem 2. Eine Anwohnerin reicht ohne Registrierung eine Idee ein und erhält Bestätigung. Demonstriert DP2a (Hürde senken; Saldivar et al., Arana-Catania 2021). Ehrlich: Die Einreichung wird nicht persistiert — Scope-Entscheidung. Die Punkte zeige ich mit Vorbehalt: Thiel et al. 2016 warnen vor rein belohnungsbasierter Gamification. Frage für Phase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Szenario C, Teilproblem 3. Ein Lehrer geht von SDG-Badges zum SDG-Dashboard und zur Transparenzseite. Demonstriert DP3a/b — Chokki et al. (Dashboards -&gt; Engagement, Preprint), Simonofski 2022, Grimmelikhuijsen &amp; Welch 2012 (Outcome-Transparenz). Alle Zahlen sind als fiktive Prototyp-Daten gekennzeichnet.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Szenario D, Teilproblem 4. Zwei Kontraste — griechischsprachige Anwohnerin, deutschsprachiger Gast mit Screenreader. Ich schalte EN/EL/DE um, navigiere per Tastatur, zeige Fokus-Indikatoren und die Accessibility-Erklärung. Demonstriert DP4 (Csontos &amp; Heckl, Pontus 2021, Asghari 2023). Ehrlich: ältere Seiten noch nicht vollständig mehrsprachig, die neue Seite schon.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Brücke zur Evaluation. Artificial/ex-ante ist machbar: WCAG-Audit (axe + manuell nach Csontos &amp; Heckl), Lighthouse wie bei Tsatsani 2024, heuristischer Walkthrough. Naturalistic/ex-post ist konzipiert: Task-Tests, SUS, Verständnis-/Transparenzmaße. Strukturiert nach FEDS (Venable et al. 2016), Strategie Human Risk &amp; Effectiveness. Übergabe an Phase 5. Vielen Dank — gerne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4: Demonstration</a:t>
            </a:r>
          </a:p>
          <a:p>
            <a:r>
              <a:t>Anshul Agrawal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Demonstration: zeigt, DASS das Artefakt das Problem lösen kann (Szenarien)</a:t>
            </a:r>
          </a:p>
          <a:p>
            <a:pPr/>
            <a:r>
              <a:t>Evaluation (Phase 5): misst, WIE GUT es löst (echte Nutzer:innen)</a:t>
            </a:r>
          </a:p>
          <a:p>
            <a:pPr/>
            <a:r>
              <a:t>methodisch: expository instantiation (Gregor &amp; Jones, 2007)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Demonstration? (Abgrenzung)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Full-Stack: React/TS-Frontend, Express/Prisma-Backend, JWT-Admin</a:t>
            </a:r>
          </a:p>
          <a:p>
            <a:pPr/>
            <a:r>
              <a:t>mehrsprachig (EN/EL/DE), WCAG-2.1-AA-Setup</a:t>
            </a:r>
          </a:p>
          <a:p>
            <a:pPr/>
            <a:r>
              <a:t>44 Unit-/Integration- + 49 E2E-Tests</a:t>
            </a:r>
          </a:p>
          <a:p>
            <a:pPr/>
            <a:r>
              <a:t>gebaut vs. konzipiert sauber getrennt — Platzhalter: Screenshot Startseite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Artefakt-Überblick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Persona: Tourist:in bei Acharavi</a:t>
            </a:r>
          </a:p>
          <a:p>
            <a:pPr/>
            <a:r>
              <a:t>Weg: Übersicht -&gt; "Get Involved" -&gt; Initiative-Tab Meer &amp; Küste -&gt; "Wie Besucher:innen beitragen"</a:t>
            </a:r>
          </a:p>
          <a:p>
            <a:pPr/>
            <a:r>
              <a:t>DP1 (zentral/gruppiert) · DP6 (Tourist:innen als Ressource)</a:t>
            </a:r>
          </a:p>
          <a:p>
            <a:pPr/>
            <a:r>
              <a:t>Belege: Simelio-Solà 2021 [A]; Vegas Macias 2023 [A], Laksmi 2026 [A]</a:t>
            </a:r>
          </a:p>
          <a:p>
            <a:pPr/>
            <a:r>
              <a:t>Hier Live-Demo / Screenshot einfügen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Szenario A: Aktionen finden &amp; als Gast beitragen (TP1, TP6)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Persona: Anwohner:in aus Kassiopi</a:t>
            </a:r>
          </a:p>
          <a:p>
            <a:pPr/>
            <a:r>
              <a:t>Weg: Beteiligung -&gt; "Idee einreichen" -&gt; Formular ohne Registrierung -&gt; Bestätigung</a:t>
            </a:r>
          </a:p>
          <a:p>
            <a:pPr/>
            <a:r>
              <a:t>DP2a — Saldivar et al. [A], Arana-Catania 2021 [A]</a:t>
            </a:r>
          </a:p>
          <a:p>
            <a:pPr/>
            <a:r>
              <a:t>Ehrliche Grenze: Einreichung nicht persistiert (bewusster Scope)</a:t>
            </a:r>
          </a:p>
          <a:p>
            <a:pPr/>
            <a:r>
              <a:t>Punkte-Anreiz mit Vorbehalt — Thiel et al. 2016 [B]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Szenario B: Idee einreichen ohne Account (TP2)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Persona: Lehrer:in bereitet Unterricht vor</a:t>
            </a:r>
          </a:p>
          <a:p>
            <a:pPr/>
            <a:r>
              <a:t>Weg: SDG-Badges -&gt; SDG-Dashboard -&gt; Transparenz-KPIs</a:t>
            </a:r>
          </a:p>
          <a:p>
            <a:pPr/>
            <a:r>
              <a:t>DP3a/b — Chokki et al. [A, Preprint], Simonofski 2022 [A], Grimmelikhuijsen &amp; Welch 2012 [A]</a:t>
            </a:r>
          </a:p>
          <a:p>
            <a:pPr/>
            <a:r>
              <a:t>alle Zahlen klar als fiktive Prototyp-Daten gekennzeichnet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Szenario C: SDG-Beitrag &amp; Wirkung verstehen (TP3)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Persona: griech. Anwohnerin &amp; deutschspr. Gast mit Screenreader</a:t>
            </a:r>
          </a:p>
          <a:p>
            <a:pPr/>
            <a:r>
              <a:t>Weg: Sprachumschaltung EN/EL/DE -&gt; Tastaturnavigation -&gt; Fokus -&gt; Accessibility-Erklärung</a:t>
            </a:r>
          </a:p>
          <a:p>
            <a:pPr/>
            <a:r>
              <a:t>DP4 — Csontos &amp; Heckl 2021/2025 [A], Pontus 2021 [A], Asghari 2023 [A]</a:t>
            </a:r>
          </a:p>
          <a:p>
            <a:pPr/>
            <a:r>
              <a:t>Ehrliche Grenze: ältere Seiten noch nicht durchgängig i18n; /get-involved schon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Szenario D: Heterogene Zielgruppen erreichen (TP4)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Jetzt machbar (ex-ante/artificial): WCAG-Audit (axe+manuell), Lighthouse (wie Tsatsani 2024), Heuristik</a:t>
            </a:r>
          </a:p>
          <a:p>
            <a:pPr/>
            <a:r>
              <a:t>Konzipiert (ex-post/naturalistic): Task-Tests, SUS, Verständnis-/Transparenz-Maße</a:t>
            </a:r>
          </a:p>
          <a:p>
            <a:pPr/>
            <a:r>
              <a:t>Rahmen: FEDS (Venable et al., 2016) — Human Risk &amp; Effectiveness</a:t>
            </a:r>
          </a:p>
          <a:p>
            <a:pPr/>
            <a:r>
              <a:t>Übergabe an Phase 5 -&gt; Phase 6 (Kommunikation)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Brücke zur Evaluation (Phase 5)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Peffers et al. (2007); Gregor &amp; Jones (2007); Venable et al. (2016) FEDS</a:t>
            </a:r>
          </a:p>
          <a:p>
            <a:pPr/>
            <a:r>
              <a:t>Tsatsani et al. (2024); Vegas Macias et al. (2023); Laksmi et al. (2026)</a:t>
            </a:r>
          </a:p>
          <a:p>
            <a:pPr/>
            <a:r>
              <a:t>Arana-Catania et al. (2021); Thiel et al. (2016)</a:t>
            </a:r>
          </a:p>
          <a:p>
            <a:pPr/>
            <a:r>
              <a:t>Vollständig + A/B: docs/literature-review.md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